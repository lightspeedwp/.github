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69" r:id="rId3"/>
    <p:sldId id="258" r:id="rId4"/>
    <p:sldId id="259" r:id="rId5"/>
    <p:sldId id="260" r:id="rId6"/>
    <p:sldId id="261" r:id="rId7"/>
    <p:sldId id="262" r:id="rId8"/>
    <p:sldId id="263" r:id="rId9"/>
    <p:sldId id="264" r:id="rId10"/>
    <p:sldId id="265" r:id="rId11"/>
    <p:sldId id="266" r:id="rId12"/>
    <p:sldId id="267" r:id="rId13"/>
    <p:sldId id="268" r:id="rId14"/>
  </p:sldIdLst>
  <p:sldSz cx="24384000" cy="13716000"/>
  <p:notesSz cx="6858000" cy="9144000"/>
  <p:defaultTextStyle>
    <a:defPPr marL="0" marR="0" indent="0" algn="l" defTabSz="914355"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216" rtl="0" fontAlgn="auto" latinLnBrk="0" hangingPunct="0">
      <a:lnSpc>
        <a:spcPct val="90000"/>
      </a:lnSpc>
      <a:spcBef>
        <a:spcPts val="4501"/>
      </a:spcBef>
      <a:spcAft>
        <a:spcPts val="0"/>
      </a:spcAft>
      <a:buClrTx/>
      <a:buSzTx/>
      <a:buFontTx/>
      <a:buNone/>
      <a:tabLst/>
      <a:defRPr kumimoji="0" sz="4801" b="0" i="0" u="none" strike="noStrike" cap="none" spc="0" normalizeH="0" baseline="0">
        <a:ln>
          <a:noFill/>
        </a:ln>
        <a:solidFill>
          <a:srgbClr val="000000"/>
        </a:solidFill>
        <a:effectLst/>
        <a:uFillTx/>
        <a:latin typeface="+mn-lt"/>
        <a:ea typeface="+mn-ea"/>
        <a:cs typeface="+mn-cs"/>
        <a:sym typeface="Helvetica Neue"/>
      </a:defRPr>
    </a:lvl1pPr>
    <a:lvl2pPr marL="0" marR="0" indent="457177" algn="l" defTabSz="2438216" rtl="0" fontAlgn="auto" latinLnBrk="0" hangingPunct="0">
      <a:lnSpc>
        <a:spcPct val="90000"/>
      </a:lnSpc>
      <a:spcBef>
        <a:spcPts val="4501"/>
      </a:spcBef>
      <a:spcAft>
        <a:spcPts val="0"/>
      </a:spcAft>
      <a:buClrTx/>
      <a:buSzTx/>
      <a:buFontTx/>
      <a:buNone/>
      <a:tabLst/>
      <a:defRPr kumimoji="0" sz="4801" b="0" i="0" u="none" strike="noStrike" cap="none" spc="0" normalizeH="0" baseline="0">
        <a:ln>
          <a:noFill/>
        </a:ln>
        <a:solidFill>
          <a:srgbClr val="000000"/>
        </a:solidFill>
        <a:effectLst/>
        <a:uFillTx/>
        <a:latin typeface="+mn-lt"/>
        <a:ea typeface="+mn-ea"/>
        <a:cs typeface="+mn-cs"/>
        <a:sym typeface="Helvetica Neue"/>
      </a:defRPr>
    </a:lvl2pPr>
    <a:lvl3pPr marL="0" marR="0" indent="914355" algn="l" defTabSz="2438216" rtl="0" fontAlgn="auto" latinLnBrk="0" hangingPunct="0">
      <a:lnSpc>
        <a:spcPct val="90000"/>
      </a:lnSpc>
      <a:spcBef>
        <a:spcPts val="4501"/>
      </a:spcBef>
      <a:spcAft>
        <a:spcPts val="0"/>
      </a:spcAft>
      <a:buClrTx/>
      <a:buSzTx/>
      <a:buFontTx/>
      <a:buNone/>
      <a:tabLst/>
      <a:defRPr kumimoji="0" sz="4801" b="0" i="0" u="none" strike="noStrike" cap="none" spc="0" normalizeH="0" baseline="0">
        <a:ln>
          <a:noFill/>
        </a:ln>
        <a:solidFill>
          <a:srgbClr val="000000"/>
        </a:solidFill>
        <a:effectLst/>
        <a:uFillTx/>
        <a:latin typeface="+mn-lt"/>
        <a:ea typeface="+mn-ea"/>
        <a:cs typeface="+mn-cs"/>
        <a:sym typeface="Helvetica Neue"/>
      </a:defRPr>
    </a:lvl3pPr>
    <a:lvl4pPr marL="0" marR="0" indent="1371532" algn="l" defTabSz="2438216" rtl="0" fontAlgn="auto" latinLnBrk="0" hangingPunct="0">
      <a:lnSpc>
        <a:spcPct val="90000"/>
      </a:lnSpc>
      <a:spcBef>
        <a:spcPts val="4501"/>
      </a:spcBef>
      <a:spcAft>
        <a:spcPts val="0"/>
      </a:spcAft>
      <a:buClrTx/>
      <a:buSzTx/>
      <a:buFontTx/>
      <a:buNone/>
      <a:tabLst/>
      <a:defRPr kumimoji="0" sz="4801" b="0" i="0" u="none" strike="noStrike" cap="none" spc="0" normalizeH="0" baseline="0">
        <a:ln>
          <a:noFill/>
        </a:ln>
        <a:solidFill>
          <a:srgbClr val="000000"/>
        </a:solidFill>
        <a:effectLst/>
        <a:uFillTx/>
        <a:latin typeface="+mn-lt"/>
        <a:ea typeface="+mn-ea"/>
        <a:cs typeface="+mn-cs"/>
        <a:sym typeface="Helvetica Neue"/>
      </a:defRPr>
    </a:lvl4pPr>
    <a:lvl5pPr marL="0" marR="0" indent="1828708" algn="l" defTabSz="2438216" rtl="0" fontAlgn="auto" latinLnBrk="0" hangingPunct="0">
      <a:lnSpc>
        <a:spcPct val="90000"/>
      </a:lnSpc>
      <a:spcBef>
        <a:spcPts val="4501"/>
      </a:spcBef>
      <a:spcAft>
        <a:spcPts val="0"/>
      </a:spcAft>
      <a:buClrTx/>
      <a:buSzTx/>
      <a:buFontTx/>
      <a:buNone/>
      <a:tabLst/>
      <a:defRPr kumimoji="0" sz="4801" b="0" i="0" u="none" strike="noStrike" cap="none" spc="0" normalizeH="0" baseline="0">
        <a:ln>
          <a:noFill/>
        </a:ln>
        <a:solidFill>
          <a:srgbClr val="000000"/>
        </a:solidFill>
        <a:effectLst/>
        <a:uFillTx/>
        <a:latin typeface="+mn-lt"/>
        <a:ea typeface="+mn-ea"/>
        <a:cs typeface="+mn-cs"/>
        <a:sym typeface="Helvetica Neue"/>
      </a:defRPr>
    </a:lvl5pPr>
    <a:lvl6pPr marL="0" marR="0" indent="2285885" algn="l" defTabSz="2438216" rtl="0" fontAlgn="auto" latinLnBrk="0" hangingPunct="0">
      <a:lnSpc>
        <a:spcPct val="90000"/>
      </a:lnSpc>
      <a:spcBef>
        <a:spcPts val="4501"/>
      </a:spcBef>
      <a:spcAft>
        <a:spcPts val="0"/>
      </a:spcAft>
      <a:buClrTx/>
      <a:buSzTx/>
      <a:buFontTx/>
      <a:buNone/>
      <a:tabLst/>
      <a:defRPr kumimoji="0" sz="4801" b="0" i="0" u="none" strike="noStrike" cap="none" spc="0" normalizeH="0" baseline="0">
        <a:ln>
          <a:noFill/>
        </a:ln>
        <a:solidFill>
          <a:srgbClr val="000000"/>
        </a:solidFill>
        <a:effectLst/>
        <a:uFillTx/>
        <a:latin typeface="+mn-lt"/>
        <a:ea typeface="+mn-ea"/>
        <a:cs typeface="+mn-cs"/>
        <a:sym typeface="Helvetica Neue"/>
      </a:defRPr>
    </a:lvl6pPr>
    <a:lvl7pPr marL="0" marR="0" indent="2743063" algn="l" defTabSz="2438216" rtl="0" fontAlgn="auto" latinLnBrk="0" hangingPunct="0">
      <a:lnSpc>
        <a:spcPct val="90000"/>
      </a:lnSpc>
      <a:spcBef>
        <a:spcPts val="4501"/>
      </a:spcBef>
      <a:spcAft>
        <a:spcPts val="0"/>
      </a:spcAft>
      <a:buClrTx/>
      <a:buSzTx/>
      <a:buFontTx/>
      <a:buNone/>
      <a:tabLst/>
      <a:defRPr kumimoji="0" sz="4801" b="0" i="0" u="none" strike="noStrike" cap="none" spc="0" normalizeH="0" baseline="0">
        <a:ln>
          <a:noFill/>
        </a:ln>
        <a:solidFill>
          <a:srgbClr val="000000"/>
        </a:solidFill>
        <a:effectLst/>
        <a:uFillTx/>
        <a:latin typeface="+mn-lt"/>
        <a:ea typeface="+mn-ea"/>
        <a:cs typeface="+mn-cs"/>
        <a:sym typeface="Helvetica Neue"/>
      </a:defRPr>
    </a:lvl7pPr>
    <a:lvl8pPr marL="0" marR="0" indent="3200240" algn="l" defTabSz="2438216" rtl="0" fontAlgn="auto" latinLnBrk="0" hangingPunct="0">
      <a:lnSpc>
        <a:spcPct val="90000"/>
      </a:lnSpc>
      <a:spcBef>
        <a:spcPts val="4501"/>
      </a:spcBef>
      <a:spcAft>
        <a:spcPts val="0"/>
      </a:spcAft>
      <a:buClrTx/>
      <a:buSzTx/>
      <a:buFontTx/>
      <a:buNone/>
      <a:tabLst/>
      <a:defRPr kumimoji="0" sz="4801" b="0" i="0" u="none" strike="noStrike" cap="none" spc="0" normalizeH="0" baseline="0">
        <a:ln>
          <a:noFill/>
        </a:ln>
        <a:solidFill>
          <a:srgbClr val="000000"/>
        </a:solidFill>
        <a:effectLst/>
        <a:uFillTx/>
        <a:latin typeface="+mn-lt"/>
        <a:ea typeface="+mn-ea"/>
        <a:cs typeface="+mn-cs"/>
        <a:sym typeface="Helvetica Neue"/>
      </a:defRPr>
    </a:lvl8pPr>
    <a:lvl9pPr marL="0" marR="0" indent="3657417" algn="l" defTabSz="2438216" rtl="0" fontAlgn="auto" latinLnBrk="0" hangingPunct="0">
      <a:lnSpc>
        <a:spcPct val="90000"/>
      </a:lnSpc>
      <a:spcBef>
        <a:spcPts val="4501"/>
      </a:spcBef>
      <a:spcAft>
        <a:spcPts val="0"/>
      </a:spcAft>
      <a:buClrTx/>
      <a:buSzTx/>
      <a:buFontTx/>
      <a:buNone/>
      <a:tabLst/>
      <a:defRPr kumimoji="0" sz="4801"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60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46"/>
    <p:restoredTop sz="94678"/>
  </p:normalViewPr>
  <p:slideViewPr>
    <p:cSldViewPr snapToGrid="0" showGuides="1">
      <p:cViewPr varScale="1">
        <p:scale>
          <a:sx n="68" d="100"/>
          <a:sy n="68" d="100"/>
        </p:scale>
        <p:origin x="984" y="256"/>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381000" y="685800"/>
            <a:ext cx="6096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177" latinLnBrk="0">
      <a:lnSpc>
        <a:spcPct val="117999"/>
      </a:lnSpc>
      <a:defRPr sz="2200">
        <a:latin typeface="+mn-lt"/>
        <a:ea typeface="+mn-ea"/>
        <a:cs typeface="+mn-cs"/>
        <a:sym typeface="Helvetica Neue"/>
      </a:defRPr>
    </a:lvl1pPr>
    <a:lvl2pPr indent="228588" defTabSz="457177" latinLnBrk="0">
      <a:lnSpc>
        <a:spcPct val="117999"/>
      </a:lnSpc>
      <a:defRPr sz="2200">
        <a:latin typeface="+mn-lt"/>
        <a:ea typeface="+mn-ea"/>
        <a:cs typeface="+mn-cs"/>
        <a:sym typeface="Helvetica Neue"/>
      </a:defRPr>
    </a:lvl2pPr>
    <a:lvl3pPr indent="457177" defTabSz="457177" latinLnBrk="0">
      <a:lnSpc>
        <a:spcPct val="117999"/>
      </a:lnSpc>
      <a:defRPr sz="2200">
        <a:latin typeface="+mn-lt"/>
        <a:ea typeface="+mn-ea"/>
        <a:cs typeface="+mn-cs"/>
        <a:sym typeface="Helvetica Neue"/>
      </a:defRPr>
    </a:lvl3pPr>
    <a:lvl4pPr indent="685765" defTabSz="457177" latinLnBrk="0">
      <a:lnSpc>
        <a:spcPct val="117999"/>
      </a:lnSpc>
      <a:defRPr sz="2200">
        <a:latin typeface="+mn-lt"/>
        <a:ea typeface="+mn-ea"/>
        <a:cs typeface="+mn-cs"/>
        <a:sym typeface="Helvetica Neue"/>
      </a:defRPr>
    </a:lvl4pPr>
    <a:lvl5pPr indent="914355" defTabSz="457177" latinLnBrk="0">
      <a:lnSpc>
        <a:spcPct val="117999"/>
      </a:lnSpc>
      <a:defRPr sz="2200">
        <a:latin typeface="+mn-lt"/>
        <a:ea typeface="+mn-ea"/>
        <a:cs typeface="+mn-cs"/>
        <a:sym typeface="Helvetica Neue"/>
      </a:defRPr>
    </a:lvl5pPr>
    <a:lvl6pPr indent="1142943" defTabSz="457177" latinLnBrk="0">
      <a:lnSpc>
        <a:spcPct val="117999"/>
      </a:lnSpc>
      <a:defRPr sz="2200">
        <a:latin typeface="+mn-lt"/>
        <a:ea typeface="+mn-ea"/>
        <a:cs typeface="+mn-cs"/>
        <a:sym typeface="Helvetica Neue"/>
      </a:defRPr>
    </a:lvl6pPr>
    <a:lvl7pPr indent="1371532" defTabSz="457177" latinLnBrk="0">
      <a:lnSpc>
        <a:spcPct val="117999"/>
      </a:lnSpc>
      <a:defRPr sz="2200">
        <a:latin typeface="+mn-lt"/>
        <a:ea typeface="+mn-ea"/>
        <a:cs typeface="+mn-cs"/>
        <a:sym typeface="Helvetica Neue"/>
      </a:defRPr>
    </a:lvl7pPr>
    <a:lvl8pPr indent="1600120" defTabSz="457177" latinLnBrk="0">
      <a:lnSpc>
        <a:spcPct val="117999"/>
      </a:lnSpc>
      <a:defRPr sz="2200">
        <a:latin typeface="+mn-lt"/>
        <a:ea typeface="+mn-ea"/>
        <a:cs typeface="+mn-cs"/>
        <a:sym typeface="Helvetica Neue"/>
      </a:defRPr>
    </a:lvl8pPr>
    <a:lvl9pPr indent="1828708" defTabSz="457177"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1201342" y="11859862"/>
            <a:ext cx="21971004" cy="636980"/>
          </a:xfrm>
          <a:prstGeom prst="rect">
            <a:avLst/>
          </a:prstGeom>
        </p:spPr>
        <p:txBody>
          <a:bodyPr lIns="45719" tIns="45719" rIns="45719" bIns="45719"/>
          <a:lstStyle>
            <a:lvl1pPr marL="0" indent="0" defTabSz="825540">
              <a:lnSpc>
                <a:spcPct val="100000"/>
              </a:lnSpc>
              <a:spcBef>
                <a:spcPts val="0"/>
              </a:spcBef>
              <a:buSzTx/>
              <a:buNone/>
              <a:defRPr sz="3601" b="1"/>
            </a:lvl1pPr>
          </a:lstStyle>
          <a:p>
            <a:r>
              <a:t>Author and Date</a:t>
            </a:r>
          </a:p>
        </p:txBody>
      </p:sp>
      <p:sp>
        <p:nvSpPr>
          <p:cNvPr id="12" name="Presentation Title"/>
          <p:cNvSpPr txBox="1">
            <a:spLocks noGrp="1"/>
          </p:cNvSpPr>
          <p:nvPr>
            <p:ph type="title" hasCustomPrompt="1"/>
          </p:nvPr>
        </p:nvSpPr>
        <p:spPr>
          <a:xfrm>
            <a:off x="1206497" y="2574991"/>
            <a:ext cx="21971004" cy="4648202"/>
          </a:xfrm>
          <a:prstGeom prst="rect">
            <a:avLst/>
          </a:prstGeom>
        </p:spPr>
        <p:txBody>
          <a:bodyPr anchor="b"/>
          <a:lstStyle>
            <a:lvl1pPr>
              <a:defRPr sz="11601" spc="-232"/>
            </a:lvl1pPr>
          </a:lstStyle>
          <a:p>
            <a:r>
              <a:t>Presentation Title</a:t>
            </a:r>
          </a:p>
        </p:txBody>
      </p:sp>
      <p:sp>
        <p:nvSpPr>
          <p:cNvPr id="13" name="Body Level One…"/>
          <p:cNvSpPr txBox="1">
            <a:spLocks noGrp="1"/>
          </p:cNvSpPr>
          <p:nvPr>
            <p:ph type="body" sz="quarter" idx="1" hasCustomPrompt="1"/>
          </p:nvPr>
        </p:nvSpPr>
        <p:spPr>
          <a:xfrm>
            <a:off x="1201343" y="7223191"/>
            <a:ext cx="21971002" cy="1905002"/>
          </a:xfrm>
          <a:prstGeom prst="rect">
            <a:avLst/>
          </a:prstGeom>
        </p:spPr>
        <p:txBody>
          <a:bodyPr/>
          <a:lstStyle>
            <a:lvl1pPr marL="0" indent="0" defTabSz="825540">
              <a:lnSpc>
                <a:spcPct val="100000"/>
              </a:lnSpc>
              <a:spcBef>
                <a:spcPts val="0"/>
              </a:spcBef>
              <a:buSzTx/>
              <a:buNone/>
              <a:defRPr sz="5499" b="1"/>
            </a:lvl1pPr>
            <a:lvl2pPr marL="0" indent="457222" defTabSz="825540">
              <a:lnSpc>
                <a:spcPct val="100000"/>
              </a:lnSpc>
              <a:spcBef>
                <a:spcPts val="0"/>
              </a:spcBef>
              <a:buSzTx/>
              <a:buNone/>
              <a:defRPr sz="5499" b="1"/>
            </a:lvl2pPr>
            <a:lvl3pPr marL="0" indent="914447" defTabSz="825540">
              <a:lnSpc>
                <a:spcPct val="100000"/>
              </a:lnSpc>
              <a:spcBef>
                <a:spcPts val="0"/>
              </a:spcBef>
              <a:buSzTx/>
              <a:buNone/>
              <a:defRPr sz="5499" b="1"/>
            </a:lvl3pPr>
            <a:lvl4pPr marL="0" indent="1371669" defTabSz="825540">
              <a:lnSpc>
                <a:spcPct val="100000"/>
              </a:lnSpc>
              <a:spcBef>
                <a:spcPts val="0"/>
              </a:spcBef>
              <a:buSzTx/>
              <a:buNone/>
              <a:defRPr sz="5499" b="1"/>
            </a:lvl4pPr>
            <a:lvl5pPr marL="0" indent="1828891" defTabSz="825540">
              <a:lnSpc>
                <a:spcPct val="100000"/>
              </a:lnSpc>
              <a:spcBef>
                <a:spcPts val="0"/>
              </a:spcBef>
              <a:buSzTx/>
              <a:buNone/>
              <a:defRPr sz="5499" b="1"/>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spTree>
      <p:nvGrpSpPr>
        <p:cNvPr id="1" name=""/>
        <p:cNvGrpSpPr/>
        <p:nvPr/>
      </p:nvGrpSpPr>
      <p:grpSpPr>
        <a:xfrm>
          <a:off x="0" y="0"/>
          <a:ext cx="0" cy="0"/>
          <a:chOff x="0" y="0"/>
          <a:chExt cx="0" cy="0"/>
        </a:xfrm>
      </p:grpSpPr>
      <p:sp>
        <p:nvSpPr>
          <p:cNvPr id="21" name="Avocados and limes"/>
          <p:cNvSpPr>
            <a:spLocks noGrp="1"/>
          </p:cNvSpPr>
          <p:nvPr>
            <p:ph type="pic" idx="21"/>
          </p:nvPr>
        </p:nvSpPr>
        <p:spPr>
          <a:xfrm>
            <a:off x="-1155698" y="-1295399"/>
            <a:ext cx="26746199" cy="16018934"/>
          </a:xfrm>
          <a:prstGeom prst="rect">
            <a:avLst/>
          </a:prstGeom>
        </p:spPr>
        <p:txBody>
          <a:bodyPr lIns="91439" tIns="45719" rIns="91439" bIns="45719">
            <a:noAutofit/>
          </a:bodyPr>
          <a:lstStyle/>
          <a:p>
            <a:endParaRPr/>
          </a:p>
        </p:txBody>
      </p:sp>
      <p:sp>
        <p:nvSpPr>
          <p:cNvPr id="22" name="Presentation Title"/>
          <p:cNvSpPr txBox="1">
            <a:spLocks noGrp="1"/>
          </p:cNvSpPr>
          <p:nvPr>
            <p:ph type="title" hasCustomPrompt="1"/>
          </p:nvPr>
        </p:nvSpPr>
        <p:spPr>
          <a:xfrm>
            <a:off x="1206501" y="7124700"/>
            <a:ext cx="21971000" cy="4648200"/>
          </a:xfrm>
          <a:prstGeom prst="rect">
            <a:avLst/>
          </a:prstGeom>
        </p:spPr>
        <p:txBody>
          <a:bodyPr anchor="b"/>
          <a:lstStyle>
            <a:lvl1pPr>
              <a:defRPr sz="11601" spc="-232"/>
            </a:lvl1pPr>
          </a:lstStyle>
          <a:p>
            <a:r>
              <a:t>Presentation Title</a:t>
            </a:r>
          </a:p>
        </p:txBody>
      </p:sp>
      <p:sp>
        <p:nvSpPr>
          <p:cNvPr id="23" name="Author and Date"/>
          <p:cNvSpPr txBox="1">
            <a:spLocks noGrp="1"/>
          </p:cNvSpPr>
          <p:nvPr>
            <p:ph type="body" sz="quarter" idx="22" hasCustomPrompt="1"/>
          </p:nvPr>
        </p:nvSpPr>
        <p:spPr>
          <a:xfrm>
            <a:off x="1207691" y="1106138"/>
            <a:ext cx="21968621" cy="636980"/>
          </a:xfrm>
          <a:prstGeom prst="rect">
            <a:avLst/>
          </a:prstGeom>
        </p:spPr>
        <p:txBody>
          <a:bodyPr lIns="45719" tIns="45719" rIns="45719" bIns="45719"/>
          <a:lstStyle>
            <a:lvl1pPr marL="0" indent="0" defTabSz="825540">
              <a:lnSpc>
                <a:spcPct val="100000"/>
              </a:lnSpc>
              <a:spcBef>
                <a:spcPts val="0"/>
              </a:spcBef>
              <a:buSzTx/>
              <a:buNone/>
              <a:defRPr sz="3601" b="1"/>
            </a:lvl1pPr>
          </a:lstStyle>
          <a:p>
            <a:r>
              <a:t>Author and Date</a:t>
            </a:r>
          </a:p>
        </p:txBody>
      </p:sp>
      <p:sp>
        <p:nvSpPr>
          <p:cNvPr id="24" name="Body Level One…"/>
          <p:cNvSpPr txBox="1">
            <a:spLocks noGrp="1"/>
          </p:cNvSpPr>
          <p:nvPr>
            <p:ph type="body" sz="quarter" idx="1" hasCustomPrompt="1"/>
          </p:nvPr>
        </p:nvSpPr>
        <p:spPr>
          <a:xfrm>
            <a:off x="1206501" y="11609910"/>
            <a:ext cx="21971000" cy="1116952"/>
          </a:xfrm>
          <a:prstGeom prst="rect">
            <a:avLst/>
          </a:prstGeom>
        </p:spPr>
        <p:txBody>
          <a:bodyPr/>
          <a:lstStyle>
            <a:lvl1pPr marL="0" indent="0" defTabSz="825540">
              <a:lnSpc>
                <a:spcPct val="100000"/>
              </a:lnSpc>
              <a:spcBef>
                <a:spcPts val="0"/>
              </a:spcBef>
              <a:buSzTx/>
              <a:buNone/>
              <a:defRPr sz="5499" b="1"/>
            </a:lvl1pPr>
            <a:lvl2pPr marL="0" indent="457222" defTabSz="825540">
              <a:lnSpc>
                <a:spcPct val="100000"/>
              </a:lnSpc>
              <a:spcBef>
                <a:spcPts val="0"/>
              </a:spcBef>
              <a:buSzTx/>
              <a:buNone/>
              <a:defRPr sz="5499" b="1"/>
            </a:lvl2pPr>
            <a:lvl3pPr marL="0" indent="914447" defTabSz="825540">
              <a:lnSpc>
                <a:spcPct val="100000"/>
              </a:lnSpc>
              <a:spcBef>
                <a:spcPts val="0"/>
              </a:spcBef>
              <a:buSzTx/>
              <a:buNone/>
              <a:defRPr sz="5499" b="1"/>
            </a:lvl3pPr>
            <a:lvl4pPr marL="0" indent="1371669" defTabSz="825540">
              <a:lnSpc>
                <a:spcPct val="100000"/>
              </a:lnSpc>
              <a:spcBef>
                <a:spcPts val="0"/>
              </a:spcBef>
              <a:buSzTx/>
              <a:buNone/>
              <a:defRPr sz="5499" b="1"/>
            </a:lvl4pPr>
            <a:lvl5pPr marL="0" indent="1828891" defTabSz="825540">
              <a:lnSpc>
                <a:spcPct val="100000"/>
              </a:lnSpc>
              <a:spcBef>
                <a:spcPts val="0"/>
              </a:spcBef>
              <a:buSzTx/>
              <a:buNone/>
              <a:defRPr sz="5499" b="1"/>
            </a:lvl5pPr>
          </a:lstStyle>
          <a:p>
            <a:r>
              <a:t>Presentation Subtitle</a:t>
            </a:r>
          </a:p>
          <a:p>
            <a:pPr lvl="1"/>
            <a:endParaRPr/>
          </a:p>
          <a:p>
            <a:pPr lvl="2"/>
            <a:endParaRPr/>
          </a:p>
          <a:p>
            <a:pPr lvl="3"/>
            <a:endParaRPr/>
          </a:p>
          <a:p>
            <a:pPr lvl="4"/>
            <a:endParaRPr/>
          </a:p>
        </p:txBody>
      </p:sp>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Bowl with salmon cakes, salad, and hummus"/>
          <p:cNvSpPr>
            <a:spLocks noGrp="1"/>
          </p:cNvSpPr>
          <p:nvPr>
            <p:ph type="pic" idx="21"/>
          </p:nvPr>
        </p:nvSpPr>
        <p:spPr>
          <a:xfrm>
            <a:off x="10972802" y="-203200"/>
            <a:ext cx="12144837" cy="14135100"/>
          </a:xfrm>
          <a:prstGeom prst="rect">
            <a:avLst/>
          </a:prstGeom>
        </p:spPr>
        <p:txBody>
          <a:bodyPr lIns="91439" tIns="45719" rIns="91439" bIns="45719">
            <a:noAutofit/>
          </a:bodyPr>
          <a:lstStyle/>
          <a:p>
            <a:endParaRPr/>
          </a:p>
        </p:txBody>
      </p:sp>
      <p:sp>
        <p:nvSpPr>
          <p:cNvPr id="33" name="Slide Title"/>
          <p:cNvSpPr txBox="1">
            <a:spLocks noGrp="1"/>
          </p:cNvSpPr>
          <p:nvPr>
            <p:ph type="title" hasCustomPrompt="1"/>
          </p:nvPr>
        </p:nvSpPr>
        <p:spPr>
          <a:xfrm>
            <a:off x="1206501" y="1270001"/>
            <a:ext cx="9779001" cy="5882274"/>
          </a:xfrm>
          <a:prstGeom prst="rect">
            <a:avLst/>
          </a:prstGeom>
        </p:spPr>
        <p:txBody>
          <a:bodyPr anchor="b"/>
          <a:lstStyle/>
          <a:p>
            <a:r>
              <a:t>Slide Title</a:t>
            </a:r>
          </a:p>
        </p:txBody>
      </p:sp>
      <p:sp>
        <p:nvSpPr>
          <p:cNvPr id="34" name="Body Level One…"/>
          <p:cNvSpPr txBox="1">
            <a:spLocks noGrp="1"/>
          </p:cNvSpPr>
          <p:nvPr>
            <p:ph type="body" sz="quarter" idx="1" hasCustomPrompt="1"/>
          </p:nvPr>
        </p:nvSpPr>
        <p:spPr>
          <a:xfrm>
            <a:off x="1206501" y="7060576"/>
            <a:ext cx="9779001" cy="5385424"/>
          </a:xfrm>
          <a:prstGeom prst="rect">
            <a:avLst/>
          </a:prstGeom>
        </p:spPr>
        <p:txBody>
          <a:bodyPr/>
          <a:lstStyle>
            <a:lvl1pPr marL="0" indent="0" defTabSz="825540">
              <a:lnSpc>
                <a:spcPct val="100000"/>
              </a:lnSpc>
              <a:spcBef>
                <a:spcPts val="0"/>
              </a:spcBef>
              <a:buSzTx/>
              <a:buNone/>
              <a:defRPr sz="5499" b="1"/>
            </a:lvl1pPr>
            <a:lvl2pPr marL="0" indent="457222" defTabSz="825540">
              <a:lnSpc>
                <a:spcPct val="100000"/>
              </a:lnSpc>
              <a:spcBef>
                <a:spcPts val="0"/>
              </a:spcBef>
              <a:buSzTx/>
              <a:buNone/>
              <a:defRPr sz="5499" b="1"/>
            </a:lvl2pPr>
            <a:lvl3pPr marL="0" indent="914447" defTabSz="825540">
              <a:lnSpc>
                <a:spcPct val="100000"/>
              </a:lnSpc>
              <a:spcBef>
                <a:spcPts val="0"/>
              </a:spcBef>
              <a:buSzTx/>
              <a:buNone/>
              <a:defRPr sz="5499" b="1"/>
            </a:lvl3pPr>
            <a:lvl4pPr marL="0" indent="1371669" defTabSz="825540">
              <a:lnSpc>
                <a:spcPct val="100000"/>
              </a:lnSpc>
              <a:spcBef>
                <a:spcPts val="0"/>
              </a:spcBef>
              <a:buSzTx/>
              <a:buNone/>
              <a:defRPr sz="5499" b="1"/>
            </a:lvl4pPr>
            <a:lvl5pPr marL="0" indent="1828891" defTabSz="825540">
              <a:lnSpc>
                <a:spcPct val="100000"/>
              </a:lnSpc>
              <a:spcBef>
                <a:spcPts val="0"/>
              </a:spcBef>
              <a:buSzTx/>
              <a:buNone/>
              <a:defRPr sz="5499" b="1"/>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xfrm>
            <a:off x="12011026" y="13080243"/>
            <a:ext cx="349455" cy="37959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1206501" y="2372962"/>
            <a:ext cx="21971000" cy="934780"/>
          </a:xfrm>
          <a:prstGeom prst="rect">
            <a:avLst/>
          </a:prstGeom>
        </p:spPr>
        <p:txBody>
          <a:bodyPr lIns="45719" tIns="45719" rIns="45719" bIns="45719"/>
          <a:lstStyle>
            <a:lvl1pPr marL="0" indent="0" defTabSz="825540">
              <a:lnSpc>
                <a:spcPct val="100000"/>
              </a:lnSpc>
              <a:spcBef>
                <a:spcPts val="0"/>
              </a:spcBef>
              <a:buSzTx/>
              <a:buNone/>
              <a:defRPr sz="5499" b="1"/>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prstGeom prst="rect">
            <a:avLst/>
          </a:prstGeom>
        </p:spPr>
        <p:txBody>
          <a:bodyPr numCol="2" spcCol="1098550"/>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Slide Subtitle"/>
          <p:cNvSpPr txBox="1">
            <a:spLocks noGrp="1"/>
          </p:cNvSpPr>
          <p:nvPr>
            <p:ph type="body" sz="quarter" idx="21" hasCustomPrompt="1"/>
          </p:nvPr>
        </p:nvSpPr>
        <p:spPr>
          <a:xfrm>
            <a:off x="1206501" y="2372962"/>
            <a:ext cx="9779001" cy="934780"/>
          </a:xfrm>
          <a:prstGeom prst="rect">
            <a:avLst/>
          </a:prstGeom>
        </p:spPr>
        <p:txBody>
          <a:bodyPr lIns="45719" tIns="45719" rIns="45719" bIns="45719"/>
          <a:lstStyle>
            <a:lvl1pPr marL="0" indent="0" defTabSz="825540">
              <a:lnSpc>
                <a:spcPct val="100000"/>
              </a:lnSpc>
              <a:spcBef>
                <a:spcPts val="0"/>
              </a:spcBef>
              <a:buSzTx/>
              <a:buNone/>
              <a:defRPr sz="5499" b="1"/>
            </a:lvl1pPr>
          </a:lstStyle>
          <a:p>
            <a:r>
              <a:t>Slide Subtitle</a:t>
            </a:r>
          </a:p>
        </p:txBody>
      </p:sp>
      <p:sp>
        <p:nvSpPr>
          <p:cNvPr id="61" name="Body Level One…"/>
          <p:cNvSpPr txBox="1">
            <a:spLocks noGrp="1"/>
          </p:cNvSpPr>
          <p:nvPr>
            <p:ph type="body" sz="half" idx="1" hasCustomPrompt="1"/>
          </p:nvPr>
        </p:nvSpPr>
        <p:spPr>
          <a:xfrm>
            <a:off x="1206501" y="4248505"/>
            <a:ext cx="9779001" cy="8256630"/>
          </a:xfrm>
          <a:prstGeom prst="rect">
            <a:avLst/>
          </a:prstGeom>
        </p:spPr>
        <p:txBody>
          <a:bodyPr/>
          <a:lstStyle/>
          <a:p>
            <a:r>
              <a:t>Slide bullet text</a:t>
            </a:r>
          </a:p>
          <a:p>
            <a:pPr lvl="1"/>
            <a:endParaRPr/>
          </a:p>
          <a:p>
            <a:pPr lvl="2"/>
            <a:endParaRPr/>
          </a:p>
          <a:p>
            <a:pPr lvl="3"/>
            <a:endParaRPr/>
          </a:p>
          <a:p>
            <a:pPr lvl="4"/>
            <a:endParaRPr/>
          </a:p>
        </p:txBody>
      </p:sp>
      <p:sp>
        <p:nvSpPr>
          <p:cNvPr id="62" name="Bowl of pappardelle pasta with parsley butter, roasted hazelnuts, and shaved parmesan cheese"/>
          <p:cNvSpPr>
            <a:spLocks noGrp="1"/>
          </p:cNvSpPr>
          <p:nvPr>
            <p:ph type="pic" idx="22"/>
          </p:nvPr>
        </p:nvSpPr>
        <p:spPr>
          <a:xfrm>
            <a:off x="12191999" y="-407266"/>
            <a:ext cx="10916875" cy="14555832"/>
          </a:xfrm>
          <a:prstGeom prst="rect">
            <a:avLst/>
          </a:prstGeom>
        </p:spPr>
        <p:txBody>
          <a:bodyPr lIns="91439" tIns="45719" rIns="91439" bIns="45719">
            <a:noAutofit/>
          </a:bodyPr>
          <a:lstStyle/>
          <a:p>
            <a:endParaRPr/>
          </a:p>
        </p:txBody>
      </p:sp>
      <p:sp>
        <p:nvSpPr>
          <p:cNvPr id="63" name="Slide Title"/>
          <p:cNvSpPr txBox="1">
            <a:spLocks noGrp="1"/>
          </p:cNvSpPr>
          <p:nvPr>
            <p:ph type="title" hasCustomPrompt="1"/>
          </p:nvPr>
        </p:nvSpPr>
        <p:spPr>
          <a:xfrm>
            <a:off x="1206501" y="1079500"/>
            <a:ext cx="9779001" cy="1435100"/>
          </a:xfrm>
          <a:prstGeom prst="rect">
            <a:avLst/>
          </a:prstGeom>
        </p:spPr>
        <p:txBody>
          <a:bodyPr/>
          <a:lstStyle/>
          <a:p>
            <a:r>
              <a:t>Slide Title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1" name="Slide Subtitle"/>
          <p:cNvSpPr txBox="1">
            <a:spLocks noGrp="1"/>
          </p:cNvSpPr>
          <p:nvPr>
            <p:ph type="body" sz="quarter" idx="21" hasCustomPrompt="1"/>
          </p:nvPr>
        </p:nvSpPr>
        <p:spPr>
          <a:xfrm>
            <a:off x="1206501" y="2372962"/>
            <a:ext cx="9779001" cy="934780"/>
          </a:xfrm>
          <a:prstGeom prst="rect">
            <a:avLst/>
          </a:prstGeom>
        </p:spPr>
        <p:txBody>
          <a:bodyPr lIns="45719" tIns="45719" rIns="45719" bIns="45719"/>
          <a:lstStyle>
            <a:lvl1pPr marL="0" indent="0" defTabSz="825540">
              <a:lnSpc>
                <a:spcPct val="100000"/>
              </a:lnSpc>
              <a:spcBef>
                <a:spcPts val="0"/>
              </a:spcBef>
              <a:buSzTx/>
              <a:buNone/>
              <a:defRPr sz="5499" b="1"/>
            </a:lvl1pPr>
          </a:lstStyle>
          <a:p>
            <a:r>
              <a:t>Slide Subtitle</a:t>
            </a:r>
          </a:p>
        </p:txBody>
      </p:sp>
      <p:sp>
        <p:nvSpPr>
          <p:cNvPr id="72" name="Body Level One…"/>
          <p:cNvSpPr txBox="1">
            <a:spLocks noGrp="1"/>
          </p:cNvSpPr>
          <p:nvPr>
            <p:ph type="body" sz="half" idx="1" hasCustomPrompt="1"/>
          </p:nvPr>
        </p:nvSpPr>
        <p:spPr>
          <a:xfrm>
            <a:off x="1206501" y="4248505"/>
            <a:ext cx="9779001" cy="8256630"/>
          </a:xfrm>
          <a:prstGeom prst="rect">
            <a:avLst/>
          </a:prstGeom>
        </p:spPr>
        <p:txBody>
          <a:bodyPr/>
          <a:lstStyle/>
          <a:p>
            <a:r>
              <a:t>Slide bullet text</a:t>
            </a:r>
          </a:p>
          <a:p>
            <a:pPr lvl="1"/>
            <a:endParaRPr/>
          </a:p>
          <a:p>
            <a:pPr lvl="2"/>
            <a:endParaRPr/>
          </a:p>
          <a:p>
            <a:pPr lvl="3"/>
            <a:endParaRPr/>
          </a:p>
          <a:p>
            <a:pPr lvl="4"/>
            <a:endParaRPr/>
          </a:p>
        </p:txBody>
      </p:sp>
      <p:sp>
        <p:nvSpPr>
          <p:cNvPr id="73" name="Slide Title"/>
          <p:cNvSpPr txBox="1">
            <a:spLocks noGrp="1"/>
          </p:cNvSpPr>
          <p:nvPr>
            <p:ph type="title" hasCustomPrompt="1"/>
          </p:nvPr>
        </p:nvSpPr>
        <p:spPr>
          <a:xfrm>
            <a:off x="1206501" y="1079500"/>
            <a:ext cx="9779001" cy="1435100"/>
          </a:xfrm>
          <a:prstGeom prst="rect">
            <a:avLst/>
          </a:prstGeom>
        </p:spPr>
        <p:txBody>
          <a:bodyPr/>
          <a:lstStyle/>
          <a:p>
            <a:r>
              <a:t>Slide Title</a:t>
            </a:r>
          </a:p>
        </p:txBody>
      </p:sp>
      <p:sp>
        <p:nvSpPr>
          <p:cNvPr id="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1" name="Slide Subtitle"/>
          <p:cNvSpPr txBox="1">
            <a:spLocks noGrp="1"/>
          </p:cNvSpPr>
          <p:nvPr>
            <p:ph type="body" sz="quarter" idx="21" hasCustomPrompt="1"/>
          </p:nvPr>
        </p:nvSpPr>
        <p:spPr>
          <a:xfrm>
            <a:off x="1206501" y="2372962"/>
            <a:ext cx="9779001" cy="934780"/>
          </a:xfrm>
          <a:prstGeom prst="rect">
            <a:avLst/>
          </a:prstGeom>
        </p:spPr>
        <p:txBody>
          <a:bodyPr lIns="45719" tIns="45719" rIns="45719" bIns="45719"/>
          <a:lstStyle>
            <a:lvl1pPr marL="0" indent="0" defTabSz="825540">
              <a:lnSpc>
                <a:spcPct val="100000"/>
              </a:lnSpc>
              <a:spcBef>
                <a:spcPts val="0"/>
              </a:spcBef>
              <a:buSzTx/>
              <a:buNone/>
              <a:defRPr sz="5499" b="1"/>
            </a:lvl1pPr>
          </a:lstStyle>
          <a:p>
            <a:r>
              <a:t>Slide Subtitle</a:t>
            </a:r>
          </a:p>
        </p:txBody>
      </p:sp>
      <p:sp>
        <p:nvSpPr>
          <p:cNvPr id="82" name="Body Level One…"/>
          <p:cNvSpPr txBox="1">
            <a:spLocks noGrp="1"/>
          </p:cNvSpPr>
          <p:nvPr>
            <p:ph type="body" sz="half" idx="1" hasCustomPrompt="1"/>
          </p:nvPr>
        </p:nvSpPr>
        <p:spPr>
          <a:xfrm>
            <a:off x="1206501" y="4248505"/>
            <a:ext cx="9779001" cy="8256630"/>
          </a:xfrm>
          <a:prstGeom prst="rect">
            <a:avLst/>
          </a:prstGeom>
        </p:spPr>
        <p:txBody>
          <a:bodyPr/>
          <a:lstStyle/>
          <a:p>
            <a:r>
              <a:t>Slide bullet text</a:t>
            </a:r>
          </a:p>
          <a:p>
            <a:pPr lvl="1"/>
            <a:endParaRPr/>
          </a:p>
          <a:p>
            <a:pPr lvl="2"/>
            <a:endParaRPr/>
          </a:p>
          <a:p>
            <a:pPr lvl="3"/>
            <a:endParaRPr/>
          </a:p>
          <a:p>
            <a:pPr lvl="4"/>
            <a:endParaRPr/>
          </a:p>
        </p:txBody>
      </p:sp>
      <p:sp>
        <p:nvSpPr>
          <p:cNvPr id="83" name="Slide Title"/>
          <p:cNvSpPr txBox="1">
            <a:spLocks noGrp="1"/>
          </p:cNvSpPr>
          <p:nvPr>
            <p:ph type="title" hasCustomPrompt="1"/>
          </p:nvPr>
        </p:nvSpPr>
        <p:spPr>
          <a:xfrm>
            <a:off x="1206501" y="1079500"/>
            <a:ext cx="9779001" cy="1435100"/>
          </a:xfrm>
          <a:prstGeom prst="rect">
            <a:avLst/>
          </a:prstGeom>
        </p:spPr>
        <p:txBody>
          <a:bodyPr/>
          <a:lstStyle/>
          <a:p>
            <a:r>
              <a:t>Slide Title</a:t>
            </a: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91" name="Section Title"/>
          <p:cNvSpPr txBox="1">
            <a:spLocks noGrp="1"/>
          </p:cNvSpPr>
          <p:nvPr>
            <p:ph type="title" hasCustomPrompt="1"/>
          </p:nvPr>
        </p:nvSpPr>
        <p:spPr>
          <a:xfrm>
            <a:off x="1206497" y="4533900"/>
            <a:ext cx="21971004" cy="4648200"/>
          </a:xfrm>
          <a:prstGeom prst="rect">
            <a:avLst/>
          </a:prstGeom>
        </p:spPr>
        <p:txBody>
          <a:bodyPr anchor="ctr"/>
          <a:lstStyle>
            <a:lvl1pPr>
              <a:defRPr sz="11601" b="0" spc="-232">
                <a:latin typeface="Helvetica Neue Medium"/>
                <a:ea typeface="Helvetica Neue Medium"/>
                <a:cs typeface="Helvetica Neue Medium"/>
                <a:sym typeface="Helvetica Neue Medium"/>
              </a:defRPr>
            </a:lvl1pPr>
          </a:lstStyle>
          <a:p>
            <a:r>
              <a:t>Section Title</a:t>
            </a:r>
          </a:p>
        </p:txBody>
      </p:sp>
      <p:sp>
        <p:nvSpPr>
          <p:cNvPr id="92" name="Slide Number"/>
          <p:cNvSpPr txBox="1">
            <a:spLocks noGrp="1"/>
          </p:cNvSpPr>
          <p:nvPr>
            <p:ph type="sldNum" sz="quarter" idx="2"/>
          </p:nvPr>
        </p:nvSpPr>
        <p:spPr>
          <a:xfrm>
            <a:off x="12011026" y="13080243"/>
            <a:ext cx="349455" cy="37959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99" name="Slide Title"/>
          <p:cNvSpPr txBox="1">
            <a:spLocks noGrp="1"/>
          </p:cNvSpPr>
          <p:nvPr>
            <p:ph type="title" hasCustomPrompt="1"/>
          </p:nvPr>
        </p:nvSpPr>
        <p:spPr>
          <a:xfrm>
            <a:off x="1206501" y="1079501"/>
            <a:ext cx="21971000" cy="1434950"/>
          </a:xfrm>
          <a:prstGeom prst="rect">
            <a:avLst/>
          </a:prstGeom>
        </p:spPr>
        <p:txBody>
          <a:bodyPr/>
          <a:lstStyle/>
          <a:p>
            <a:r>
              <a:t>Slide Title</a:t>
            </a:r>
          </a:p>
        </p:txBody>
      </p:sp>
      <p:sp>
        <p:nvSpPr>
          <p:cNvPr id="100" name="Slide Subtitle"/>
          <p:cNvSpPr txBox="1">
            <a:spLocks noGrp="1"/>
          </p:cNvSpPr>
          <p:nvPr>
            <p:ph type="body" sz="quarter" idx="21" hasCustomPrompt="1"/>
          </p:nvPr>
        </p:nvSpPr>
        <p:spPr>
          <a:xfrm>
            <a:off x="1206501" y="2372962"/>
            <a:ext cx="21971000" cy="934780"/>
          </a:xfrm>
          <a:prstGeom prst="rect">
            <a:avLst/>
          </a:prstGeom>
        </p:spPr>
        <p:txBody>
          <a:bodyPr lIns="45719" tIns="45719" rIns="45719" bIns="45719"/>
          <a:lstStyle>
            <a:lvl1pPr marL="0" indent="0" defTabSz="825540">
              <a:lnSpc>
                <a:spcPct val="100000"/>
              </a:lnSpc>
              <a:spcBef>
                <a:spcPts val="0"/>
              </a:spcBef>
              <a:buSzTx/>
              <a:buNone/>
              <a:defRPr sz="5499" b="1"/>
            </a:lvl1pPr>
          </a:lstStyle>
          <a:p>
            <a:r>
              <a:t>Slide Subtitle</a:t>
            </a:r>
          </a:p>
        </p:txBody>
      </p:sp>
      <p:sp>
        <p:nvSpPr>
          <p:cNvPr id="1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108" name="Agenda Title"/>
          <p:cNvSpPr txBox="1">
            <a:spLocks noGrp="1"/>
          </p:cNvSpPr>
          <p:nvPr>
            <p:ph type="title" hasCustomPrompt="1"/>
          </p:nvPr>
        </p:nvSpPr>
        <p:spPr>
          <a:xfrm>
            <a:off x="1206501" y="1079500"/>
            <a:ext cx="21971000" cy="1435100"/>
          </a:xfrm>
          <a:prstGeom prst="rect">
            <a:avLst/>
          </a:prstGeom>
        </p:spPr>
        <p:txBody>
          <a:bodyPr/>
          <a:lstStyle/>
          <a:p>
            <a:r>
              <a:t>Agenda Title</a:t>
            </a:r>
          </a:p>
        </p:txBody>
      </p:sp>
      <p:sp>
        <p:nvSpPr>
          <p:cNvPr id="109" name="Agenda Subtitle"/>
          <p:cNvSpPr txBox="1">
            <a:spLocks noGrp="1"/>
          </p:cNvSpPr>
          <p:nvPr>
            <p:ph type="body" sz="quarter" idx="21" hasCustomPrompt="1"/>
          </p:nvPr>
        </p:nvSpPr>
        <p:spPr>
          <a:xfrm>
            <a:off x="1206501" y="2372962"/>
            <a:ext cx="21971000" cy="934780"/>
          </a:xfrm>
          <a:prstGeom prst="rect">
            <a:avLst/>
          </a:prstGeom>
        </p:spPr>
        <p:txBody>
          <a:bodyPr lIns="45719" tIns="45719" rIns="45719" bIns="45719"/>
          <a:lstStyle>
            <a:lvl1pPr marL="0" indent="0" defTabSz="825540">
              <a:lnSpc>
                <a:spcPct val="100000"/>
              </a:lnSpc>
              <a:spcBef>
                <a:spcPts val="0"/>
              </a:spcBef>
              <a:buSzTx/>
              <a:buNone/>
              <a:defRPr sz="5499" b="1"/>
            </a:lvl1pPr>
          </a:lstStyle>
          <a:p>
            <a:r>
              <a:t>Agenda Subtitle</a:t>
            </a:r>
          </a:p>
        </p:txBody>
      </p:sp>
      <p:sp>
        <p:nvSpPr>
          <p:cNvPr id="110" name="Body Level One…"/>
          <p:cNvSpPr txBox="1">
            <a:spLocks noGrp="1"/>
          </p:cNvSpPr>
          <p:nvPr>
            <p:ph type="body" idx="1" hasCustomPrompt="1"/>
          </p:nvPr>
        </p:nvSpPr>
        <p:spPr>
          <a:prstGeom prst="rect">
            <a:avLst/>
          </a:prstGeom>
        </p:spPr>
        <p:txBody>
          <a:bodyPr/>
          <a:lstStyle>
            <a:lvl1pPr marL="0" indent="0" defTabSz="825540">
              <a:lnSpc>
                <a:spcPct val="100000"/>
              </a:lnSpc>
              <a:spcBef>
                <a:spcPts val="1800"/>
              </a:spcBef>
              <a:buSzTx/>
              <a:buNone/>
              <a:defRPr sz="5499" spc="-54"/>
            </a:lvl1pPr>
            <a:lvl2pPr marL="0" indent="457222" defTabSz="825540">
              <a:lnSpc>
                <a:spcPct val="100000"/>
              </a:lnSpc>
              <a:spcBef>
                <a:spcPts val="1800"/>
              </a:spcBef>
              <a:buSzTx/>
              <a:buNone/>
              <a:defRPr sz="5499" spc="-54"/>
            </a:lvl2pPr>
            <a:lvl3pPr marL="0" indent="914447" defTabSz="825540">
              <a:lnSpc>
                <a:spcPct val="100000"/>
              </a:lnSpc>
              <a:spcBef>
                <a:spcPts val="1800"/>
              </a:spcBef>
              <a:buSzTx/>
              <a:buNone/>
              <a:defRPr sz="5499" spc="-54"/>
            </a:lvl3pPr>
            <a:lvl4pPr marL="0" indent="1371669" defTabSz="825540">
              <a:lnSpc>
                <a:spcPct val="100000"/>
              </a:lnSpc>
              <a:spcBef>
                <a:spcPts val="1800"/>
              </a:spcBef>
              <a:buSzTx/>
              <a:buNone/>
              <a:defRPr sz="5499" spc="-54"/>
            </a:lvl4pPr>
            <a:lvl5pPr marL="0" indent="1828891" defTabSz="825540">
              <a:lnSpc>
                <a:spcPct val="100000"/>
              </a:lnSpc>
              <a:spcBef>
                <a:spcPts val="1800"/>
              </a:spcBef>
              <a:buSzTx/>
              <a:buNone/>
              <a:defRPr sz="5499" spc="-54"/>
            </a:lvl5pPr>
          </a:lstStyle>
          <a:p>
            <a:r>
              <a:t>Agenda Topics</a:t>
            </a:r>
          </a:p>
          <a:p>
            <a:pPr lvl="1"/>
            <a:endParaRPr/>
          </a:p>
          <a:p>
            <a:pPr lvl="2"/>
            <a:endParaRPr/>
          </a:p>
          <a:p>
            <a:pPr lvl="3"/>
            <a:endParaRPr/>
          </a:p>
          <a:p>
            <a:pPr lvl="4"/>
            <a:endParaRPr/>
          </a:p>
        </p:txBody>
      </p:sp>
      <p:sp>
        <p:nvSpPr>
          <p:cNvPr id="1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118" name="Body Level One…"/>
          <p:cNvSpPr txBox="1">
            <a:spLocks noGrp="1"/>
          </p:cNvSpPr>
          <p:nvPr>
            <p:ph type="body" sz="half" idx="1" hasCustomPrompt="1"/>
          </p:nvPr>
        </p:nvSpPr>
        <p:spPr>
          <a:xfrm>
            <a:off x="1206501" y="4920845"/>
            <a:ext cx="21971000" cy="3874314"/>
          </a:xfrm>
          <a:prstGeom prst="rect">
            <a:avLst/>
          </a:prstGeom>
        </p:spPr>
        <p:txBody>
          <a:bodyPr anchor="ctr"/>
          <a:lstStyle>
            <a:lvl1pPr marL="0" indent="0" algn="ctr">
              <a:lnSpc>
                <a:spcPct val="80000"/>
              </a:lnSpc>
              <a:spcBef>
                <a:spcPts val="0"/>
              </a:spcBef>
              <a:buSzTx/>
              <a:buNone/>
              <a:defRPr sz="11601" spc="-232">
                <a:latin typeface="Helvetica Neue Medium"/>
                <a:ea typeface="Helvetica Neue Medium"/>
                <a:cs typeface="Helvetica Neue Medium"/>
                <a:sym typeface="Helvetica Neue Medium"/>
              </a:defRPr>
            </a:lvl1pPr>
            <a:lvl2pPr marL="0" indent="457222" algn="ctr">
              <a:lnSpc>
                <a:spcPct val="80000"/>
              </a:lnSpc>
              <a:spcBef>
                <a:spcPts val="0"/>
              </a:spcBef>
              <a:buSzTx/>
              <a:buNone/>
              <a:defRPr sz="11601" spc="-232">
                <a:latin typeface="Helvetica Neue Medium"/>
                <a:ea typeface="Helvetica Neue Medium"/>
                <a:cs typeface="Helvetica Neue Medium"/>
                <a:sym typeface="Helvetica Neue Medium"/>
              </a:defRPr>
            </a:lvl2pPr>
            <a:lvl3pPr marL="0" indent="914447" algn="ctr">
              <a:lnSpc>
                <a:spcPct val="80000"/>
              </a:lnSpc>
              <a:spcBef>
                <a:spcPts val="0"/>
              </a:spcBef>
              <a:buSzTx/>
              <a:buNone/>
              <a:defRPr sz="11601" spc="-232">
                <a:latin typeface="Helvetica Neue Medium"/>
                <a:ea typeface="Helvetica Neue Medium"/>
                <a:cs typeface="Helvetica Neue Medium"/>
                <a:sym typeface="Helvetica Neue Medium"/>
              </a:defRPr>
            </a:lvl3pPr>
            <a:lvl4pPr marL="0" indent="1371669" algn="ctr">
              <a:lnSpc>
                <a:spcPct val="80000"/>
              </a:lnSpc>
              <a:spcBef>
                <a:spcPts val="0"/>
              </a:spcBef>
              <a:buSzTx/>
              <a:buNone/>
              <a:defRPr sz="11601" spc="-232">
                <a:latin typeface="Helvetica Neue Medium"/>
                <a:ea typeface="Helvetica Neue Medium"/>
                <a:cs typeface="Helvetica Neue Medium"/>
                <a:sym typeface="Helvetica Neue Medium"/>
              </a:defRPr>
            </a:lvl4pPr>
            <a:lvl5pPr marL="0" indent="1828891" algn="ctr">
              <a:lnSpc>
                <a:spcPct val="80000"/>
              </a:lnSpc>
              <a:spcBef>
                <a:spcPts val="0"/>
              </a:spcBef>
              <a:buSzTx/>
              <a:buNone/>
              <a:defRPr sz="11601" spc="-232">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26" name="Body Level One…"/>
          <p:cNvSpPr txBox="1">
            <a:spLocks noGrp="1"/>
          </p:cNvSpPr>
          <p:nvPr>
            <p:ph type="body" idx="1" hasCustomPrompt="1"/>
          </p:nvPr>
        </p:nvSpPr>
        <p:spPr>
          <a:xfrm>
            <a:off x="1206501" y="1075928"/>
            <a:ext cx="21971000" cy="7241584"/>
          </a:xfrm>
          <a:prstGeom prst="rect">
            <a:avLst/>
          </a:prstGeom>
        </p:spPr>
        <p:txBody>
          <a:bodyPr anchor="b"/>
          <a:lstStyle>
            <a:lvl1pPr marL="0" indent="0" algn="ctr">
              <a:lnSpc>
                <a:spcPct val="80000"/>
              </a:lnSpc>
              <a:spcBef>
                <a:spcPts val="0"/>
              </a:spcBef>
              <a:buSzTx/>
              <a:buNone/>
              <a:defRPr sz="25002" b="1" spc="-250"/>
            </a:lvl1pPr>
            <a:lvl2pPr marL="0" indent="457222" algn="ctr">
              <a:lnSpc>
                <a:spcPct val="80000"/>
              </a:lnSpc>
              <a:spcBef>
                <a:spcPts val="0"/>
              </a:spcBef>
              <a:buSzTx/>
              <a:buNone/>
              <a:defRPr sz="25002" b="1" spc="-250"/>
            </a:lvl2pPr>
            <a:lvl3pPr marL="0" indent="914447" algn="ctr">
              <a:lnSpc>
                <a:spcPct val="80000"/>
              </a:lnSpc>
              <a:spcBef>
                <a:spcPts val="0"/>
              </a:spcBef>
              <a:buSzTx/>
              <a:buNone/>
              <a:defRPr sz="25002" b="1" spc="-250"/>
            </a:lvl3pPr>
            <a:lvl4pPr marL="0" indent="1371669" algn="ctr">
              <a:lnSpc>
                <a:spcPct val="80000"/>
              </a:lnSpc>
              <a:spcBef>
                <a:spcPts val="0"/>
              </a:spcBef>
              <a:buSzTx/>
              <a:buNone/>
              <a:defRPr sz="25002" b="1" spc="-250"/>
            </a:lvl4pPr>
            <a:lvl5pPr marL="0" indent="1828891" algn="ctr">
              <a:lnSpc>
                <a:spcPct val="80000"/>
              </a:lnSpc>
              <a:spcBef>
                <a:spcPts val="0"/>
              </a:spcBef>
              <a:buSzTx/>
              <a:buNone/>
              <a:defRPr sz="25002" b="1" spc="-250"/>
            </a:lvl5pPr>
          </a:lstStyle>
          <a:p>
            <a:r>
              <a:t>100%</a:t>
            </a:r>
          </a:p>
          <a:p>
            <a:pPr lvl="1"/>
            <a:endParaRPr/>
          </a:p>
          <a:p>
            <a:pPr lvl="2"/>
            <a:endParaRPr/>
          </a:p>
          <a:p>
            <a:pPr lvl="3"/>
            <a:endParaRPr/>
          </a:p>
          <a:p>
            <a:pPr lvl="4"/>
            <a:endParaRPr/>
          </a:p>
        </p:txBody>
      </p:sp>
      <p:sp>
        <p:nvSpPr>
          <p:cNvPr id="127" name="Fact information"/>
          <p:cNvSpPr txBox="1">
            <a:spLocks noGrp="1"/>
          </p:cNvSpPr>
          <p:nvPr>
            <p:ph type="body" sz="quarter" idx="21" hasCustomPrompt="1"/>
          </p:nvPr>
        </p:nvSpPr>
        <p:spPr>
          <a:xfrm>
            <a:off x="1206501" y="8262180"/>
            <a:ext cx="21971000" cy="934780"/>
          </a:xfrm>
          <a:prstGeom prst="rect">
            <a:avLst/>
          </a:prstGeom>
        </p:spPr>
        <p:txBody>
          <a:bodyPr lIns="45719" tIns="45719" rIns="45719" bIns="45719"/>
          <a:lstStyle>
            <a:lvl1pPr marL="0" indent="0" algn="ctr" defTabSz="825540">
              <a:lnSpc>
                <a:spcPct val="100000"/>
              </a:lnSpc>
              <a:spcBef>
                <a:spcPts val="0"/>
              </a:spcBef>
              <a:buSzTx/>
              <a:buNone/>
              <a:defRPr sz="5499" b="1"/>
            </a:lvl1pPr>
          </a:lstStyle>
          <a:p>
            <a:r>
              <a:t>Fact information</a:t>
            </a: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35" name="Attribution"/>
          <p:cNvSpPr txBox="1">
            <a:spLocks noGrp="1"/>
          </p:cNvSpPr>
          <p:nvPr>
            <p:ph type="body" sz="quarter" idx="21" hasCustomPrompt="1"/>
          </p:nvPr>
        </p:nvSpPr>
        <p:spPr>
          <a:xfrm>
            <a:off x="2430025" y="10675454"/>
            <a:ext cx="20200052" cy="636980"/>
          </a:xfrm>
          <a:prstGeom prst="rect">
            <a:avLst/>
          </a:prstGeom>
        </p:spPr>
        <p:txBody>
          <a:bodyPr lIns="45719" tIns="45719" rIns="45719" bIns="45719"/>
          <a:lstStyle>
            <a:lvl1pPr marL="0" indent="0" defTabSz="825540">
              <a:lnSpc>
                <a:spcPct val="100000"/>
              </a:lnSpc>
              <a:spcBef>
                <a:spcPts val="0"/>
              </a:spcBef>
              <a:buSzTx/>
              <a:buNone/>
              <a:defRPr sz="3601" b="1"/>
            </a:lvl1pPr>
          </a:lstStyle>
          <a:p>
            <a:r>
              <a:t>Attribution</a:t>
            </a:r>
          </a:p>
        </p:txBody>
      </p:sp>
      <p:sp>
        <p:nvSpPr>
          <p:cNvPr id="136" name="Body Level One…"/>
          <p:cNvSpPr txBox="1">
            <a:spLocks noGrp="1"/>
          </p:cNvSpPr>
          <p:nvPr>
            <p:ph type="body" sz="half" idx="1" hasCustomPrompt="1"/>
          </p:nvPr>
        </p:nvSpPr>
        <p:spPr>
          <a:xfrm>
            <a:off x="1753924" y="4939860"/>
            <a:ext cx="20876154" cy="3836280"/>
          </a:xfrm>
          <a:prstGeom prst="rect">
            <a:avLst/>
          </a:prstGeom>
        </p:spPr>
        <p:txBody>
          <a:bodyPr/>
          <a:lstStyle>
            <a:lvl1pPr marL="638956" indent="-469923">
              <a:spcBef>
                <a:spcPts val="0"/>
              </a:spcBef>
              <a:buSzTx/>
              <a:buNone/>
              <a:defRPr sz="8500" spc="-170">
                <a:latin typeface="Helvetica Neue Medium"/>
                <a:ea typeface="Helvetica Neue Medium"/>
                <a:cs typeface="Helvetica Neue Medium"/>
                <a:sym typeface="Helvetica Neue Medium"/>
              </a:defRPr>
            </a:lvl1pPr>
            <a:lvl2pPr marL="638956" indent="-12701">
              <a:spcBef>
                <a:spcPts val="0"/>
              </a:spcBef>
              <a:buSzTx/>
              <a:buNone/>
              <a:defRPr sz="8500" spc="-170">
                <a:latin typeface="Helvetica Neue Medium"/>
                <a:ea typeface="Helvetica Neue Medium"/>
                <a:cs typeface="Helvetica Neue Medium"/>
                <a:sym typeface="Helvetica Neue Medium"/>
              </a:defRPr>
            </a:lvl2pPr>
            <a:lvl3pPr marL="638956" indent="444523">
              <a:spcBef>
                <a:spcPts val="0"/>
              </a:spcBef>
              <a:buSzTx/>
              <a:buNone/>
              <a:defRPr sz="8500" spc="-170">
                <a:latin typeface="Helvetica Neue Medium"/>
                <a:ea typeface="Helvetica Neue Medium"/>
                <a:cs typeface="Helvetica Neue Medium"/>
                <a:sym typeface="Helvetica Neue Medium"/>
              </a:defRPr>
            </a:lvl3pPr>
            <a:lvl4pPr marL="638956" indent="901745">
              <a:spcBef>
                <a:spcPts val="0"/>
              </a:spcBef>
              <a:buSzTx/>
              <a:buNone/>
              <a:defRPr sz="8500" spc="-170">
                <a:latin typeface="Helvetica Neue Medium"/>
                <a:ea typeface="Helvetica Neue Medium"/>
                <a:cs typeface="Helvetica Neue Medium"/>
                <a:sym typeface="Helvetica Neue Medium"/>
              </a:defRPr>
            </a:lvl4pPr>
            <a:lvl5pPr marL="638956" indent="1358968">
              <a:spcBef>
                <a:spcPts val="0"/>
              </a:spcBef>
              <a:buSzTx/>
              <a:buNone/>
              <a:defRPr sz="8500" spc="-170">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44" name="Bowl of salad with fried rice, boiled eggs, and chopsticks"/>
          <p:cNvSpPr>
            <a:spLocks noGrp="1"/>
          </p:cNvSpPr>
          <p:nvPr>
            <p:ph type="pic" sz="quarter" idx="21"/>
          </p:nvPr>
        </p:nvSpPr>
        <p:spPr>
          <a:xfrm>
            <a:off x="15760701" y="1016001"/>
            <a:ext cx="7439099" cy="5949678"/>
          </a:xfrm>
          <a:prstGeom prst="rect">
            <a:avLst/>
          </a:prstGeom>
        </p:spPr>
        <p:txBody>
          <a:bodyPr lIns="91439" tIns="45719" rIns="91439" bIns="45719">
            <a:noAutofit/>
          </a:bodyPr>
          <a:lstStyle/>
          <a:p>
            <a:endParaRPr/>
          </a:p>
        </p:txBody>
      </p:sp>
      <p:sp>
        <p:nvSpPr>
          <p:cNvPr id="145" name="Bowl with salmon cakes, salad, and hummus "/>
          <p:cNvSpPr>
            <a:spLocks noGrp="1"/>
          </p:cNvSpPr>
          <p:nvPr>
            <p:ph type="pic" sz="half" idx="22"/>
          </p:nvPr>
        </p:nvSpPr>
        <p:spPr>
          <a:xfrm>
            <a:off x="13500100" y="3978277"/>
            <a:ext cx="10439401" cy="12150182"/>
          </a:xfrm>
          <a:prstGeom prst="rect">
            <a:avLst/>
          </a:prstGeom>
        </p:spPr>
        <p:txBody>
          <a:bodyPr lIns="91439" tIns="45719" rIns="91439" bIns="45719">
            <a:noAutofit/>
          </a:bodyPr>
          <a:lstStyle/>
          <a:p>
            <a:endParaRPr/>
          </a:p>
        </p:txBody>
      </p:sp>
      <p:sp>
        <p:nvSpPr>
          <p:cNvPr id="146" name="Bowl of pappardelle pasta with parsley butter, roasted hazelnuts, and shaved parmesan cheese"/>
          <p:cNvSpPr>
            <a:spLocks noGrp="1"/>
          </p:cNvSpPr>
          <p:nvPr>
            <p:ph type="pic" idx="23"/>
          </p:nvPr>
        </p:nvSpPr>
        <p:spPr>
          <a:xfrm>
            <a:off x="-139699" y="495300"/>
            <a:ext cx="16611600" cy="124587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54" name="bowl of salad with fried rice, boiled eggs, and chopsticks"/>
          <p:cNvSpPr>
            <a:spLocks noGrp="1"/>
          </p:cNvSpPr>
          <p:nvPr>
            <p:ph type="pic" idx="21"/>
          </p:nvPr>
        </p:nvSpPr>
        <p:spPr>
          <a:xfrm>
            <a:off x="-1333502" y="-5524500"/>
            <a:ext cx="27051001" cy="21640800"/>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1" y="1079500"/>
            <a:ext cx="21971000" cy="14331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1206501"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12011026" y="13076009"/>
            <a:ext cx="349455" cy="379591"/>
          </a:xfrm>
          <a:prstGeom prst="rect">
            <a:avLst/>
          </a:prstGeom>
          <a:ln w="12700">
            <a:miter lim="400000"/>
          </a:ln>
        </p:spPr>
        <p:txBody>
          <a:bodyPr wrap="none" lIns="50800" tIns="50800" rIns="50800" bIns="50800" anchor="b">
            <a:spAutoFit/>
          </a:bodyPr>
          <a:lstStyle>
            <a:lvl1pPr algn="ctr" defTabSz="584230">
              <a:lnSpc>
                <a:spcPct val="100000"/>
              </a:lnSpc>
              <a:spcBef>
                <a:spcPts val="0"/>
              </a:spcBef>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med"/>
  <p:txStyles>
    <p:titleStyle>
      <a:lvl1pPr marL="0" marR="0" indent="0" algn="l" defTabSz="2438459"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1pPr>
      <a:lvl2pPr marL="0" marR="0" indent="457222" algn="l" defTabSz="2438459"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47" algn="l" defTabSz="2438459"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69" algn="l" defTabSz="2438459"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91" algn="l" defTabSz="2438459"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113" algn="l" defTabSz="2438459"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338" algn="l" defTabSz="2438459"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560" algn="l" defTabSz="2438459"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782" algn="l" defTabSz="2438459"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30" marR="0" indent="-609630" algn="l" defTabSz="2438459" rtl="0" latinLnBrk="0">
        <a:lnSpc>
          <a:spcPct val="90000"/>
        </a:lnSpc>
        <a:spcBef>
          <a:spcPts val="4501"/>
        </a:spcBef>
        <a:spcAft>
          <a:spcPts val="0"/>
        </a:spcAft>
        <a:buClrTx/>
        <a:buSzPct val="123000"/>
        <a:buFontTx/>
        <a:buChar char="•"/>
        <a:tabLst/>
        <a:defRPr sz="4801" b="0" i="0" u="none" strike="noStrike" cap="none" spc="0" baseline="0">
          <a:solidFill>
            <a:srgbClr val="000000"/>
          </a:solidFill>
          <a:uFillTx/>
          <a:latin typeface="+mn-lt"/>
          <a:ea typeface="+mn-ea"/>
          <a:cs typeface="+mn-cs"/>
          <a:sym typeface="Helvetica Neue"/>
        </a:defRPr>
      </a:lvl1pPr>
      <a:lvl2pPr marL="1219261" marR="0" indent="-609630" algn="l" defTabSz="2438459" rtl="0" latinLnBrk="0">
        <a:lnSpc>
          <a:spcPct val="90000"/>
        </a:lnSpc>
        <a:spcBef>
          <a:spcPts val="4501"/>
        </a:spcBef>
        <a:spcAft>
          <a:spcPts val="0"/>
        </a:spcAft>
        <a:buClrTx/>
        <a:buSzPct val="123000"/>
        <a:buFontTx/>
        <a:buChar char="•"/>
        <a:tabLst/>
        <a:defRPr sz="4801" b="0" i="0" u="none" strike="noStrike" cap="none" spc="0" baseline="0">
          <a:solidFill>
            <a:srgbClr val="000000"/>
          </a:solidFill>
          <a:uFillTx/>
          <a:latin typeface="+mn-lt"/>
          <a:ea typeface="+mn-ea"/>
          <a:cs typeface="+mn-cs"/>
          <a:sym typeface="Helvetica Neue"/>
        </a:defRPr>
      </a:lvl2pPr>
      <a:lvl3pPr marL="1828891" marR="0" indent="-609630" algn="l" defTabSz="2438459" rtl="0" latinLnBrk="0">
        <a:lnSpc>
          <a:spcPct val="90000"/>
        </a:lnSpc>
        <a:spcBef>
          <a:spcPts val="4501"/>
        </a:spcBef>
        <a:spcAft>
          <a:spcPts val="0"/>
        </a:spcAft>
        <a:buClrTx/>
        <a:buSzPct val="123000"/>
        <a:buFontTx/>
        <a:buChar char="•"/>
        <a:tabLst/>
        <a:defRPr sz="4801" b="0" i="0" u="none" strike="noStrike" cap="none" spc="0" baseline="0">
          <a:solidFill>
            <a:srgbClr val="000000"/>
          </a:solidFill>
          <a:uFillTx/>
          <a:latin typeface="+mn-lt"/>
          <a:ea typeface="+mn-ea"/>
          <a:cs typeface="+mn-cs"/>
          <a:sym typeface="Helvetica Neue"/>
        </a:defRPr>
      </a:lvl3pPr>
      <a:lvl4pPr marL="2438521" marR="0" indent="-609630" algn="l" defTabSz="2438459" rtl="0" latinLnBrk="0">
        <a:lnSpc>
          <a:spcPct val="90000"/>
        </a:lnSpc>
        <a:spcBef>
          <a:spcPts val="4501"/>
        </a:spcBef>
        <a:spcAft>
          <a:spcPts val="0"/>
        </a:spcAft>
        <a:buClrTx/>
        <a:buSzPct val="123000"/>
        <a:buFontTx/>
        <a:buChar char="•"/>
        <a:tabLst/>
        <a:defRPr sz="4801" b="0" i="0" u="none" strike="noStrike" cap="none" spc="0" baseline="0">
          <a:solidFill>
            <a:srgbClr val="000000"/>
          </a:solidFill>
          <a:uFillTx/>
          <a:latin typeface="+mn-lt"/>
          <a:ea typeface="+mn-ea"/>
          <a:cs typeface="+mn-cs"/>
          <a:sym typeface="Helvetica Neue"/>
        </a:defRPr>
      </a:lvl4pPr>
      <a:lvl5pPr marL="3048152" marR="0" indent="-609630" algn="l" defTabSz="2438459" rtl="0" latinLnBrk="0">
        <a:lnSpc>
          <a:spcPct val="90000"/>
        </a:lnSpc>
        <a:spcBef>
          <a:spcPts val="4501"/>
        </a:spcBef>
        <a:spcAft>
          <a:spcPts val="0"/>
        </a:spcAft>
        <a:buClrTx/>
        <a:buSzPct val="123000"/>
        <a:buFontTx/>
        <a:buChar char="•"/>
        <a:tabLst/>
        <a:defRPr sz="4801" b="0" i="0" u="none" strike="noStrike" cap="none" spc="0" baseline="0">
          <a:solidFill>
            <a:srgbClr val="000000"/>
          </a:solidFill>
          <a:uFillTx/>
          <a:latin typeface="+mn-lt"/>
          <a:ea typeface="+mn-ea"/>
          <a:cs typeface="+mn-cs"/>
          <a:sym typeface="Helvetica Neue"/>
        </a:defRPr>
      </a:lvl5pPr>
      <a:lvl6pPr marL="3657782" marR="0" indent="-609630" algn="l" defTabSz="2438459" rtl="0" latinLnBrk="0">
        <a:lnSpc>
          <a:spcPct val="90000"/>
        </a:lnSpc>
        <a:spcBef>
          <a:spcPts val="4501"/>
        </a:spcBef>
        <a:spcAft>
          <a:spcPts val="0"/>
        </a:spcAft>
        <a:buClrTx/>
        <a:buSzPct val="123000"/>
        <a:buFontTx/>
        <a:buChar char="•"/>
        <a:tabLst/>
        <a:defRPr sz="4801" b="0" i="0" u="none" strike="noStrike" cap="none" spc="0" baseline="0">
          <a:solidFill>
            <a:srgbClr val="000000"/>
          </a:solidFill>
          <a:uFillTx/>
          <a:latin typeface="+mn-lt"/>
          <a:ea typeface="+mn-ea"/>
          <a:cs typeface="+mn-cs"/>
          <a:sym typeface="Helvetica Neue"/>
        </a:defRPr>
      </a:lvl6pPr>
      <a:lvl7pPr marL="4267413" marR="0" indent="-609630" algn="l" defTabSz="2438459" rtl="0" latinLnBrk="0">
        <a:lnSpc>
          <a:spcPct val="90000"/>
        </a:lnSpc>
        <a:spcBef>
          <a:spcPts val="4501"/>
        </a:spcBef>
        <a:spcAft>
          <a:spcPts val="0"/>
        </a:spcAft>
        <a:buClrTx/>
        <a:buSzPct val="123000"/>
        <a:buFontTx/>
        <a:buChar char="•"/>
        <a:tabLst/>
        <a:defRPr sz="4801" b="0" i="0" u="none" strike="noStrike" cap="none" spc="0" baseline="0">
          <a:solidFill>
            <a:srgbClr val="000000"/>
          </a:solidFill>
          <a:uFillTx/>
          <a:latin typeface="+mn-lt"/>
          <a:ea typeface="+mn-ea"/>
          <a:cs typeface="+mn-cs"/>
          <a:sym typeface="Helvetica Neue"/>
        </a:defRPr>
      </a:lvl7pPr>
      <a:lvl8pPr marL="4877043" marR="0" indent="-609630" algn="l" defTabSz="2438459" rtl="0" latinLnBrk="0">
        <a:lnSpc>
          <a:spcPct val="90000"/>
        </a:lnSpc>
        <a:spcBef>
          <a:spcPts val="4501"/>
        </a:spcBef>
        <a:spcAft>
          <a:spcPts val="0"/>
        </a:spcAft>
        <a:buClrTx/>
        <a:buSzPct val="123000"/>
        <a:buFontTx/>
        <a:buChar char="•"/>
        <a:tabLst/>
        <a:defRPr sz="4801" b="0" i="0" u="none" strike="noStrike" cap="none" spc="0" baseline="0">
          <a:solidFill>
            <a:srgbClr val="000000"/>
          </a:solidFill>
          <a:uFillTx/>
          <a:latin typeface="+mn-lt"/>
          <a:ea typeface="+mn-ea"/>
          <a:cs typeface="+mn-cs"/>
          <a:sym typeface="Helvetica Neue"/>
        </a:defRPr>
      </a:lvl8pPr>
      <a:lvl9pPr marL="5486673" marR="0" indent="-609630" algn="l" defTabSz="2438459" rtl="0" latinLnBrk="0">
        <a:lnSpc>
          <a:spcPct val="90000"/>
        </a:lnSpc>
        <a:spcBef>
          <a:spcPts val="4501"/>
        </a:spcBef>
        <a:spcAft>
          <a:spcPts val="0"/>
        </a:spcAft>
        <a:buClrTx/>
        <a:buSzPct val="123000"/>
        <a:buFontTx/>
        <a:buChar char="•"/>
        <a:tabLst/>
        <a:defRPr sz="4801" b="0" i="0" u="none" strike="noStrike" cap="none" spc="0" baseline="0">
          <a:solidFill>
            <a:srgbClr val="000000"/>
          </a:solidFill>
          <a:uFillTx/>
          <a:latin typeface="+mn-lt"/>
          <a:ea typeface="+mn-ea"/>
          <a:cs typeface="+mn-cs"/>
          <a:sym typeface="Helvetica Neue"/>
        </a:defRPr>
      </a:lvl9pPr>
    </p:bodyStyle>
    <p:otherStyle>
      <a:lvl1pPr marL="0" marR="0" indent="0" algn="ctr" defTabSz="58423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22" algn="ctr" defTabSz="58423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47" algn="ctr" defTabSz="58423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69" algn="ctr" defTabSz="58423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91" algn="ctr" defTabSz="58423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113" algn="ctr" defTabSz="58423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338" algn="ctr" defTabSz="58423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560" algn="ctr" defTabSz="58423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782" algn="ctr" defTabSz="58423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17.jpeg"/><Relationship Id="rId7" Type="http://schemas.openxmlformats.org/officeDocument/2006/relationships/image" Target="../media/image21.jpeg"/><Relationship Id="rId2" Type="http://schemas.openxmlformats.org/officeDocument/2006/relationships/image" Target="../media/image16.jpeg"/><Relationship Id="rId1" Type="http://schemas.openxmlformats.org/officeDocument/2006/relationships/slideLayout" Target="../slideLayouts/slideLayout1.xml"/><Relationship Id="rId6" Type="http://schemas.openxmlformats.org/officeDocument/2006/relationships/image" Target="../media/image20.jpeg"/><Relationship Id="rId5" Type="http://schemas.openxmlformats.org/officeDocument/2006/relationships/image" Target="../media/image19.png"/><Relationship Id="rId4" Type="http://schemas.openxmlformats.org/officeDocument/2006/relationships/image" Target="../media/image18.jpeg"/><Relationship Id="rId9"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25.jpe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71" name="Line"/>
          <p:cNvSpPr/>
          <p:nvPr/>
        </p:nvSpPr>
        <p:spPr>
          <a:xfrm>
            <a:off x="7145545" y="635243"/>
            <a:ext cx="16678081" cy="0"/>
          </a:xfrm>
          <a:prstGeom prst="line">
            <a:avLst/>
          </a:prstGeom>
          <a:ln w="25400">
            <a:solidFill>
              <a:srgbClr val="D5D5D5"/>
            </a:solidFill>
            <a:miter lim="400000"/>
          </a:ln>
        </p:spPr>
        <p:txBody>
          <a:bodyPr lIns="50799" tIns="50799" rIns="50799" bIns="50799" anchor="ctr"/>
          <a:lstStyle/>
          <a:p>
            <a:endParaRPr sz="2401"/>
          </a:p>
        </p:txBody>
      </p:sp>
      <p:sp>
        <p:nvSpPr>
          <p:cNvPr id="172" name="Luna Studio"/>
          <p:cNvSpPr txBox="1"/>
          <p:nvPr/>
        </p:nvSpPr>
        <p:spPr>
          <a:xfrm>
            <a:off x="7176227" y="765309"/>
            <a:ext cx="155170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Luna Studio</a:t>
            </a:r>
          </a:p>
        </p:txBody>
      </p:sp>
      <p:sp>
        <p:nvSpPr>
          <p:cNvPr id="173" name="www.lunastudio.com"/>
          <p:cNvSpPr txBox="1"/>
          <p:nvPr/>
        </p:nvSpPr>
        <p:spPr>
          <a:xfrm>
            <a:off x="14313193" y="778010"/>
            <a:ext cx="2584039"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www.lunastudio.com</a:t>
            </a:r>
          </a:p>
        </p:txBody>
      </p:sp>
      <p:sp>
        <p:nvSpPr>
          <p:cNvPr id="174" name="October 2025"/>
          <p:cNvSpPr txBox="1"/>
          <p:nvPr/>
        </p:nvSpPr>
        <p:spPr>
          <a:xfrm>
            <a:off x="22150907" y="765309"/>
            <a:ext cx="1723227"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October 2025</a:t>
            </a:r>
          </a:p>
        </p:txBody>
      </p:sp>
      <p:sp>
        <p:nvSpPr>
          <p:cNvPr id="175" name="LUNA"/>
          <p:cNvSpPr txBox="1"/>
          <p:nvPr/>
        </p:nvSpPr>
        <p:spPr>
          <a:xfrm>
            <a:off x="1543498" y="694728"/>
            <a:ext cx="2651365" cy="8101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ctr">
            <a:spAutoFit/>
          </a:bodyPr>
          <a:lstStyle>
            <a:lvl1pPr>
              <a:defRPr sz="5000">
                <a:latin typeface="Recoleta Regular DEMO"/>
                <a:ea typeface="Recoleta Regular DEMO"/>
                <a:cs typeface="Recoleta Regular DEMO"/>
                <a:sym typeface="Recoleta Regular DEMO"/>
              </a:defRPr>
            </a:lvl1pPr>
          </a:lstStyle>
          <a:p>
            <a:r>
              <a:rPr sz="5001" dirty="0">
                <a:latin typeface="DM Serif Display" pitchFamily="2" charset="0"/>
              </a:rPr>
              <a:t>LUNA</a:t>
            </a:r>
          </a:p>
        </p:txBody>
      </p:sp>
      <p:sp>
        <p:nvSpPr>
          <p:cNvPr id="176" name="Brand Guideline"/>
          <p:cNvSpPr txBox="1"/>
          <p:nvPr/>
        </p:nvSpPr>
        <p:spPr>
          <a:xfrm>
            <a:off x="7176226" y="1115770"/>
            <a:ext cx="2064666"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Brand Guideline</a:t>
            </a:r>
          </a:p>
        </p:txBody>
      </p:sp>
      <p:sp>
        <p:nvSpPr>
          <p:cNvPr id="177" name="info@lunastudio.com"/>
          <p:cNvSpPr txBox="1"/>
          <p:nvPr/>
        </p:nvSpPr>
        <p:spPr>
          <a:xfrm>
            <a:off x="14323114" y="1128471"/>
            <a:ext cx="265136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info@lunastudio.com</a:t>
            </a:r>
          </a:p>
        </p:txBody>
      </p:sp>
      <p:sp>
        <p:nvSpPr>
          <p:cNvPr id="178" name="Luna Studio"/>
          <p:cNvSpPr txBox="1"/>
          <p:nvPr/>
        </p:nvSpPr>
        <p:spPr>
          <a:xfrm>
            <a:off x="1177323" y="9676259"/>
            <a:ext cx="22029359" cy="1764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799" tIns="50799" rIns="50799" bIns="50799" anchor="ctr">
            <a:spAutoFit/>
          </a:bodyPr>
          <a:lstStyle>
            <a:lvl1pPr algn="just">
              <a:defRPr sz="12000">
                <a:solidFill>
                  <a:srgbClr val="1A1A1A"/>
                </a:solidFill>
                <a:latin typeface="Libre Baskerville"/>
                <a:ea typeface="Libre Baskerville"/>
                <a:cs typeface="Libre Baskerville"/>
                <a:sym typeface="Libre Baskerville"/>
              </a:defRPr>
            </a:lvl1pPr>
          </a:lstStyle>
          <a:p>
            <a:r>
              <a:rPr sz="12001" dirty="0"/>
              <a:t>Luna Studio</a:t>
            </a:r>
          </a:p>
        </p:txBody>
      </p:sp>
      <p:sp>
        <p:nvSpPr>
          <p:cNvPr id="179" name="Visual Identity System &amp; Brand Guideline"/>
          <p:cNvSpPr txBox="1"/>
          <p:nvPr/>
        </p:nvSpPr>
        <p:spPr>
          <a:xfrm>
            <a:off x="1195302" y="12004871"/>
            <a:ext cx="16678083" cy="305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799" tIns="50799" rIns="50799" bIns="50799" anchor="ctr">
            <a:spAutoFit/>
          </a:bodyPr>
          <a:lstStyle>
            <a:lvl1pPr>
              <a:lnSpc>
                <a:spcPct val="10000"/>
              </a:lnSpc>
              <a:defRPr sz="4500">
                <a:solidFill>
                  <a:srgbClr val="3E3027"/>
                </a:solidFill>
                <a:latin typeface="Libre Baskerville"/>
                <a:ea typeface="Libre Baskerville"/>
                <a:cs typeface="Libre Baskerville"/>
                <a:sym typeface="Libre Baskerville"/>
              </a:defRPr>
            </a:lvl1pPr>
          </a:lstStyle>
          <a:p>
            <a:r>
              <a:rPr sz="4501" dirty="0"/>
              <a:t>Visual Identity System &amp; Brand Guideline</a:t>
            </a:r>
          </a:p>
        </p:txBody>
      </p:sp>
      <p:pic>
        <p:nvPicPr>
          <p:cNvPr id="180" name="Logo Icon.png" descr="Logo Icon.png"/>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885229" y="764248"/>
            <a:ext cx="590170" cy="620336"/>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9F3"/>
        </a:solidFill>
        <a:effectLst/>
      </p:bgPr>
    </p:bg>
    <p:spTree>
      <p:nvGrpSpPr>
        <p:cNvPr id="1" name="">
          <a:extLst>
            <a:ext uri="{FF2B5EF4-FFF2-40B4-BE49-F238E27FC236}">
              <a16:creationId xmlns:a16="http://schemas.microsoft.com/office/drawing/2014/main" id="{724A26A6-ED9F-383B-5C1D-0DF6C4B16DB2}"/>
            </a:ext>
          </a:extLst>
        </p:cNvPr>
        <p:cNvGrpSpPr/>
        <p:nvPr/>
      </p:nvGrpSpPr>
      <p:grpSpPr>
        <a:xfrm>
          <a:off x="0" y="0"/>
          <a:ext cx="0" cy="0"/>
          <a:chOff x="0" y="0"/>
          <a:chExt cx="0" cy="0"/>
        </a:xfrm>
      </p:grpSpPr>
      <p:sp>
        <p:nvSpPr>
          <p:cNvPr id="182" name="Line">
            <a:extLst>
              <a:ext uri="{FF2B5EF4-FFF2-40B4-BE49-F238E27FC236}">
                <a16:creationId xmlns:a16="http://schemas.microsoft.com/office/drawing/2014/main" id="{D314698D-0C54-CEFC-522B-ABC51DC5FF61}"/>
              </a:ext>
            </a:extLst>
          </p:cNvPr>
          <p:cNvSpPr/>
          <p:nvPr/>
        </p:nvSpPr>
        <p:spPr>
          <a:xfrm>
            <a:off x="7145545" y="635243"/>
            <a:ext cx="16678081" cy="0"/>
          </a:xfrm>
          <a:prstGeom prst="line">
            <a:avLst/>
          </a:prstGeom>
          <a:ln w="25400">
            <a:solidFill>
              <a:srgbClr val="D5D5D5"/>
            </a:solidFill>
            <a:miter lim="400000"/>
          </a:ln>
        </p:spPr>
        <p:txBody>
          <a:bodyPr lIns="50799" tIns="50799" rIns="50799" bIns="50799" anchor="ctr"/>
          <a:lstStyle/>
          <a:p>
            <a:endParaRPr sz="2401"/>
          </a:p>
        </p:txBody>
      </p:sp>
      <p:sp>
        <p:nvSpPr>
          <p:cNvPr id="183" name="Luna Studio">
            <a:extLst>
              <a:ext uri="{FF2B5EF4-FFF2-40B4-BE49-F238E27FC236}">
                <a16:creationId xmlns:a16="http://schemas.microsoft.com/office/drawing/2014/main" id="{11C7609A-7698-0EE5-4201-31C1D2B08DB1}"/>
              </a:ext>
            </a:extLst>
          </p:cNvPr>
          <p:cNvSpPr txBox="1"/>
          <p:nvPr/>
        </p:nvSpPr>
        <p:spPr>
          <a:xfrm>
            <a:off x="7176227" y="765309"/>
            <a:ext cx="1551705" cy="3518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Luna Studio</a:t>
            </a:r>
          </a:p>
        </p:txBody>
      </p:sp>
      <p:sp>
        <p:nvSpPr>
          <p:cNvPr id="184" name="www.lunastudio.com">
            <a:extLst>
              <a:ext uri="{FF2B5EF4-FFF2-40B4-BE49-F238E27FC236}">
                <a16:creationId xmlns:a16="http://schemas.microsoft.com/office/drawing/2014/main" id="{9C3608BC-9FC0-6569-E5C8-83E84E8E463E}"/>
              </a:ext>
            </a:extLst>
          </p:cNvPr>
          <p:cNvSpPr txBox="1"/>
          <p:nvPr/>
        </p:nvSpPr>
        <p:spPr>
          <a:xfrm>
            <a:off x="14313193" y="778010"/>
            <a:ext cx="2584039" cy="3518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www.lunastudio.com</a:t>
            </a:r>
          </a:p>
        </p:txBody>
      </p:sp>
      <p:sp>
        <p:nvSpPr>
          <p:cNvPr id="185" name="October 2025">
            <a:extLst>
              <a:ext uri="{FF2B5EF4-FFF2-40B4-BE49-F238E27FC236}">
                <a16:creationId xmlns:a16="http://schemas.microsoft.com/office/drawing/2014/main" id="{3B1B2F34-C234-D586-C2B8-87C15B6AF64D}"/>
              </a:ext>
            </a:extLst>
          </p:cNvPr>
          <p:cNvSpPr txBox="1"/>
          <p:nvPr/>
        </p:nvSpPr>
        <p:spPr>
          <a:xfrm>
            <a:off x="22150907" y="765309"/>
            <a:ext cx="1723227" cy="3518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October 2025</a:t>
            </a:r>
          </a:p>
        </p:txBody>
      </p:sp>
      <p:sp>
        <p:nvSpPr>
          <p:cNvPr id="187" name="Brand Guideline">
            <a:extLst>
              <a:ext uri="{FF2B5EF4-FFF2-40B4-BE49-F238E27FC236}">
                <a16:creationId xmlns:a16="http://schemas.microsoft.com/office/drawing/2014/main" id="{2021F04A-1124-7A25-2DF2-FE209674D2FD}"/>
              </a:ext>
            </a:extLst>
          </p:cNvPr>
          <p:cNvSpPr txBox="1"/>
          <p:nvPr/>
        </p:nvSpPr>
        <p:spPr>
          <a:xfrm>
            <a:off x="7176226" y="1115770"/>
            <a:ext cx="2064666" cy="3518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Brand Guideline</a:t>
            </a:r>
          </a:p>
        </p:txBody>
      </p:sp>
      <p:sp>
        <p:nvSpPr>
          <p:cNvPr id="188" name="info@lunastudio.com">
            <a:extLst>
              <a:ext uri="{FF2B5EF4-FFF2-40B4-BE49-F238E27FC236}">
                <a16:creationId xmlns:a16="http://schemas.microsoft.com/office/drawing/2014/main" id="{76F4E019-14B8-AADC-BB62-C371F56979F4}"/>
              </a:ext>
            </a:extLst>
          </p:cNvPr>
          <p:cNvSpPr txBox="1"/>
          <p:nvPr/>
        </p:nvSpPr>
        <p:spPr>
          <a:xfrm>
            <a:off x="14323114" y="1128471"/>
            <a:ext cx="2651365" cy="3518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info@lunastudio.com</a:t>
            </a:r>
          </a:p>
        </p:txBody>
      </p:sp>
      <p:pic>
        <p:nvPicPr>
          <p:cNvPr id="189" name="Logo Icon.png" descr="Logo Icon.png">
            <a:extLst>
              <a:ext uri="{FF2B5EF4-FFF2-40B4-BE49-F238E27FC236}">
                <a16:creationId xmlns:a16="http://schemas.microsoft.com/office/drawing/2014/main" id="{9F960519-BC6A-88F4-DAE2-5206C599EBA7}"/>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885229" y="764248"/>
            <a:ext cx="590170" cy="620336"/>
          </a:xfrm>
          <a:prstGeom prst="rect">
            <a:avLst/>
          </a:prstGeom>
          <a:ln w="12700">
            <a:miter lim="400000"/>
          </a:ln>
        </p:spPr>
      </p:pic>
      <p:pic>
        <p:nvPicPr>
          <p:cNvPr id="190" name="Manor.jpeg" descr="Manor.jpeg">
            <a:extLst>
              <a:ext uri="{FF2B5EF4-FFF2-40B4-BE49-F238E27FC236}">
                <a16:creationId xmlns:a16="http://schemas.microsoft.com/office/drawing/2014/main" id="{8B6A9821-F863-0E90-F0DF-1AD961E96023}"/>
              </a:ext>
            </a:extLst>
          </p:cNvPr>
          <p:cNvPicPr>
            <a:picLocks noChangeAspect="1"/>
          </p:cNvPicPr>
          <p:nvPr/>
        </p:nvPicPr>
        <p:blipFill>
          <a:blip r:embed="rId3"/>
          <a:stretch>
            <a:fillRect/>
          </a:stretch>
        </p:blipFill>
        <p:spPr>
          <a:xfrm>
            <a:off x="836385" y="4430539"/>
            <a:ext cx="5615226" cy="8422839"/>
          </a:xfrm>
          <a:prstGeom prst="rect">
            <a:avLst/>
          </a:prstGeom>
          <a:ln w="12700">
            <a:miter lim="400000"/>
          </a:ln>
        </p:spPr>
      </p:pic>
      <p:sp>
        <p:nvSpPr>
          <p:cNvPr id="221" name="Table of Contents">
            <a:extLst>
              <a:ext uri="{FF2B5EF4-FFF2-40B4-BE49-F238E27FC236}">
                <a16:creationId xmlns:a16="http://schemas.microsoft.com/office/drawing/2014/main" id="{080907A9-A50E-1F67-041E-5C6C0FB4385A}"/>
              </a:ext>
            </a:extLst>
          </p:cNvPr>
          <p:cNvSpPr txBox="1"/>
          <p:nvPr/>
        </p:nvSpPr>
        <p:spPr>
          <a:xfrm>
            <a:off x="7034665" y="2758557"/>
            <a:ext cx="16678083" cy="8248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799" tIns="50799" rIns="50799" bIns="50799" anchor="t">
            <a:spAutoFit/>
          </a:bodyPr>
          <a:lstStyle>
            <a:lvl1pPr>
              <a:lnSpc>
                <a:spcPct val="10000"/>
              </a:lnSpc>
              <a:defRPr sz="4500">
                <a:latin typeface="Libre Baskerville"/>
                <a:ea typeface="Libre Baskerville"/>
                <a:cs typeface="Libre Baskerville"/>
                <a:sym typeface="Libre Baskerville"/>
              </a:defRPr>
            </a:lvl1pPr>
          </a:lstStyle>
          <a:p>
            <a:pPr>
              <a:lnSpc>
                <a:spcPct val="110000"/>
              </a:lnSpc>
              <a:spcBef>
                <a:spcPts val="0"/>
              </a:spcBef>
            </a:pPr>
            <a:r>
              <a:rPr sz="4501" dirty="0"/>
              <a:t>Table of Contents</a:t>
            </a:r>
          </a:p>
        </p:txBody>
      </p:sp>
      <p:sp>
        <p:nvSpPr>
          <p:cNvPr id="192" name="Brand…">
            <a:extLst>
              <a:ext uri="{FF2B5EF4-FFF2-40B4-BE49-F238E27FC236}">
                <a16:creationId xmlns:a16="http://schemas.microsoft.com/office/drawing/2014/main" id="{22F80C99-8B43-A7B5-9AED-F7FD46E59DB2}"/>
              </a:ext>
            </a:extLst>
          </p:cNvPr>
          <p:cNvSpPr txBox="1"/>
          <p:nvPr/>
        </p:nvSpPr>
        <p:spPr>
          <a:xfrm>
            <a:off x="7145544" y="4726932"/>
            <a:ext cx="5351258" cy="918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799" tIns="50799" rIns="50799" bIns="50799" anchor="t">
            <a:noAutofit/>
          </a:bodyPr>
          <a:lstStyle/>
          <a:p>
            <a:pPr>
              <a:lnSpc>
                <a:spcPct val="100000"/>
              </a:lnSpc>
              <a:spcBef>
                <a:spcPts val="0"/>
              </a:spcBef>
              <a:defRPr sz="3000">
                <a:solidFill>
                  <a:srgbClr val="3E3027"/>
                </a:solidFill>
                <a:latin typeface="Libre Baskerville"/>
                <a:ea typeface="Libre Baskerville"/>
                <a:cs typeface="Libre Baskerville"/>
                <a:sym typeface="Libre Baskerville"/>
              </a:defRPr>
            </a:pPr>
            <a:r>
              <a:rPr lang="en-US" sz="3001" i="1" dirty="0">
                <a:solidFill>
                  <a:srgbClr val="7B6047"/>
                </a:solidFill>
              </a:rPr>
              <a:t>01</a:t>
            </a:r>
            <a:r>
              <a:rPr lang="en-US" sz="3001" i="1" dirty="0"/>
              <a:t> </a:t>
            </a:r>
            <a:r>
              <a:rPr lang="en-US" sz="3001" dirty="0"/>
              <a:t>Brand Essence</a:t>
            </a:r>
            <a:endParaRPr sz="3001" dirty="0"/>
          </a:p>
        </p:txBody>
      </p:sp>
      <p:sp>
        <p:nvSpPr>
          <p:cNvPr id="2" name="Brand…">
            <a:extLst>
              <a:ext uri="{FF2B5EF4-FFF2-40B4-BE49-F238E27FC236}">
                <a16:creationId xmlns:a16="http://schemas.microsoft.com/office/drawing/2014/main" id="{B2E848C8-DE35-FD0A-1A20-208DF768B607}"/>
              </a:ext>
            </a:extLst>
          </p:cNvPr>
          <p:cNvSpPr txBox="1"/>
          <p:nvPr/>
        </p:nvSpPr>
        <p:spPr>
          <a:xfrm>
            <a:off x="14288044" y="4726930"/>
            <a:ext cx="5351258" cy="918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799" tIns="50799" rIns="50799" bIns="50799" anchor="t">
            <a:noAutofit/>
          </a:bodyPr>
          <a:lstStyle/>
          <a:p>
            <a:pPr>
              <a:lnSpc>
                <a:spcPct val="100000"/>
              </a:lnSpc>
              <a:spcBef>
                <a:spcPts val="0"/>
              </a:spcBef>
              <a:defRPr sz="3000">
                <a:solidFill>
                  <a:srgbClr val="3E3027"/>
                </a:solidFill>
                <a:latin typeface="Libre Baskerville"/>
                <a:ea typeface="Libre Baskerville"/>
                <a:cs typeface="Libre Baskerville"/>
                <a:sym typeface="Libre Baskerville"/>
              </a:defRPr>
            </a:pPr>
            <a:r>
              <a:rPr lang="en-US" sz="3001" i="1" dirty="0">
                <a:solidFill>
                  <a:srgbClr val="7B6047"/>
                </a:solidFill>
              </a:rPr>
              <a:t>02</a:t>
            </a:r>
            <a:r>
              <a:rPr lang="en-US" sz="3001" dirty="0"/>
              <a:t> </a:t>
            </a:r>
            <a:r>
              <a:rPr lang="en-US" sz="3001" dirty="0" err="1"/>
              <a:t>Moodboard</a:t>
            </a:r>
            <a:r>
              <a:rPr lang="en-US" sz="3001" dirty="0"/>
              <a:t> &amp; </a:t>
            </a:r>
            <a:r>
              <a:rPr lang="en-US" sz="3001" dirty="0" err="1"/>
              <a:t>Inspo</a:t>
            </a:r>
            <a:endParaRPr lang="en-US" sz="3001" dirty="0"/>
          </a:p>
        </p:txBody>
      </p:sp>
      <p:sp>
        <p:nvSpPr>
          <p:cNvPr id="5" name="Line">
            <a:extLst>
              <a:ext uri="{FF2B5EF4-FFF2-40B4-BE49-F238E27FC236}">
                <a16:creationId xmlns:a16="http://schemas.microsoft.com/office/drawing/2014/main" id="{019F3B9D-D41B-2254-099A-92487D30DD80}"/>
              </a:ext>
            </a:extLst>
          </p:cNvPr>
          <p:cNvSpPr/>
          <p:nvPr/>
        </p:nvSpPr>
        <p:spPr>
          <a:xfrm>
            <a:off x="7145544" y="4462332"/>
            <a:ext cx="5534137" cy="0"/>
          </a:xfrm>
          <a:prstGeom prst="line">
            <a:avLst/>
          </a:prstGeom>
          <a:ln w="25400">
            <a:solidFill>
              <a:srgbClr val="B19F90"/>
            </a:solidFill>
            <a:miter lim="400000"/>
          </a:ln>
        </p:spPr>
        <p:txBody>
          <a:bodyPr lIns="50799" tIns="50799" rIns="50799" bIns="50799" anchor="ctr"/>
          <a:lstStyle/>
          <a:p>
            <a:endParaRPr sz="2401"/>
          </a:p>
        </p:txBody>
      </p:sp>
      <p:sp>
        <p:nvSpPr>
          <p:cNvPr id="6" name="Line">
            <a:extLst>
              <a:ext uri="{FF2B5EF4-FFF2-40B4-BE49-F238E27FC236}">
                <a16:creationId xmlns:a16="http://schemas.microsoft.com/office/drawing/2014/main" id="{6D0C1AFF-6A5B-89AB-5CFF-3C02B0AA3908}"/>
              </a:ext>
            </a:extLst>
          </p:cNvPr>
          <p:cNvSpPr/>
          <p:nvPr/>
        </p:nvSpPr>
        <p:spPr>
          <a:xfrm>
            <a:off x="14288044" y="4462332"/>
            <a:ext cx="5534137" cy="0"/>
          </a:xfrm>
          <a:prstGeom prst="line">
            <a:avLst/>
          </a:prstGeom>
          <a:ln w="25400">
            <a:solidFill>
              <a:srgbClr val="B19F90"/>
            </a:solidFill>
            <a:miter lim="400000"/>
          </a:ln>
        </p:spPr>
        <p:txBody>
          <a:bodyPr lIns="50799" tIns="50799" rIns="50799" bIns="50799" anchor="ctr"/>
          <a:lstStyle/>
          <a:p>
            <a:endParaRPr sz="2401"/>
          </a:p>
        </p:txBody>
      </p:sp>
      <p:sp>
        <p:nvSpPr>
          <p:cNvPr id="9" name="Brand…">
            <a:extLst>
              <a:ext uri="{FF2B5EF4-FFF2-40B4-BE49-F238E27FC236}">
                <a16:creationId xmlns:a16="http://schemas.microsoft.com/office/drawing/2014/main" id="{D6EABCB4-1A10-FD61-0C93-77ABB01DA308}"/>
              </a:ext>
            </a:extLst>
          </p:cNvPr>
          <p:cNvSpPr txBox="1"/>
          <p:nvPr/>
        </p:nvSpPr>
        <p:spPr>
          <a:xfrm>
            <a:off x="7145544" y="6466183"/>
            <a:ext cx="5351258" cy="918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799" tIns="50799" rIns="50799" bIns="50799" anchor="t">
            <a:noAutofit/>
          </a:bodyPr>
          <a:lstStyle/>
          <a:p>
            <a:pPr>
              <a:lnSpc>
                <a:spcPct val="100000"/>
              </a:lnSpc>
              <a:spcBef>
                <a:spcPts val="0"/>
              </a:spcBef>
              <a:defRPr sz="3000">
                <a:solidFill>
                  <a:srgbClr val="3E3027"/>
                </a:solidFill>
                <a:latin typeface="Libre Baskerville"/>
                <a:ea typeface="Libre Baskerville"/>
                <a:cs typeface="Libre Baskerville"/>
                <a:sym typeface="Libre Baskerville"/>
              </a:defRPr>
            </a:pPr>
            <a:r>
              <a:rPr lang="en-US" sz="3001" i="1" dirty="0">
                <a:solidFill>
                  <a:srgbClr val="7B6047"/>
                </a:solidFill>
              </a:rPr>
              <a:t>03</a:t>
            </a:r>
            <a:r>
              <a:rPr lang="en-US" sz="3001" i="1" dirty="0"/>
              <a:t> </a:t>
            </a:r>
            <a:r>
              <a:rPr lang="en-US" sz="3001" dirty="0"/>
              <a:t>Color System</a:t>
            </a:r>
            <a:endParaRPr sz="3001" dirty="0"/>
          </a:p>
        </p:txBody>
      </p:sp>
      <p:sp>
        <p:nvSpPr>
          <p:cNvPr id="10" name="Brand…">
            <a:extLst>
              <a:ext uri="{FF2B5EF4-FFF2-40B4-BE49-F238E27FC236}">
                <a16:creationId xmlns:a16="http://schemas.microsoft.com/office/drawing/2014/main" id="{B27B37B8-89E9-DCBE-0C56-AA1AFB0451B7}"/>
              </a:ext>
            </a:extLst>
          </p:cNvPr>
          <p:cNvSpPr txBox="1"/>
          <p:nvPr/>
        </p:nvSpPr>
        <p:spPr>
          <a:xfrm>
            <a:off x="14288044" y="6466181"/>
            <a:ext cx="5351258" cy="918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799" tIns="50799" rIns="50799" bIns="50799" anchor="t">
            <a:noAutofit/>
          </a:bodyPr>
          <a:lstStyle/>
          <a:p>
            <a:pPr>
              <a:lnSpc>
                <a:spcPct val="100000"/>
              </a:lnSpc>
              <a:spcBef>
                <a:spcPts val="0"/>
              </a:spcBef>
              <a:defRPr sz="3000">
                <a:solidFill>
                  <a:srgbClr val="3E3027"/>
                </a:solidFill>
                <a:latin typeface="Libre Baskerville"/>
                <a:ea typeface="Libre Baskerville"/>
                <a:cs typeface="Libre Baskerville"/>
                <a:sym typeface="Libre Baskerville"/>
              </a:defRPr>
            </a:pPr>
            <a:r>
              <a:rPr lang="en-US" sz="3001" i="1" dirty="0">
                <a:solidFill>
                  <a:srgbClr val="7B6047"/>
                </a:solidFill>
              </a:rPr>
              <a:t>04</a:t>
            </a:r>
            <a:r>
              <a:rPr lang="en-US" sz="3001" dirty="0"/>
              <a:t> Typography</a:t>
            </a:r>
          </a:p>
        </p:txBody>
      </p:sp>
      <p:sp>
        <p:nvSpPr>
          <p:cNvPr id="11" name="Line">
            <a:extLst>
              <a:ext uri="{FF2B5EF4-FFF2-40B4-BE49-F238E27FC236}">
                <a16:creationId xmlns:a16="http://schemas.microsoft.com/office/drawing/2014/main" id="{E50E606A-3E68-8F34-5DAC-A65D1DC7A786}"/>
              </a:ext>
            </a:extLst>
          </p:cNvPr>
          <p:cNvSpPr/>
          <p:nvPr/>
        </p:nvSpPr>
        <p:spPr>
          <a:xfrm>
            <a:off x="7145544" y="6201583"/>
            <a:ext cx="5534137" cy="0"/>
          </a:xfrm>
          <a:prstGeom prst="line">
            <a:avLst/>
          </a:prstGeom>
          <a:ln w="25400">
            <a:solidFill>
              <a:srgbClr val="B19F90"/>
            </a:solidFill>
            <a:miter lim="400000"/>
          </a:ln>
        </p:spPr>
        <p:txBody>
          <a:bodyPr lIns="50799" tIns="50799" rIns="50799" bIns="50799" anchor="ctr"/>
          <a:lstStyle/>
          <a:p>
            <a:endParaRPr sz="2401"/>
          </a:p>
        </p:txBody>
      </p:sp>
      <p:sp>
        <p:nvSpPr>
          <p:cNvPr id="12" name="Line">
            <a:extLst>
              <a:ext uri="{FF2B5EF4-FFF2-40B4-BE49-F238E27FC236}">
                <a16:creationId xmlns:a16="http://schemas.microsoft.com/office/drawing/2014/main" id="{0DA64067-CF7A-BDDF-F0C3-1145776F15A0}"/>
              </a:ext>
            </a:extLst>
          </p:cNvPr>
          <p:cNvSpPr/>
          <p:nvPr/>
        </p:nvSpPr>
        <p:spPr>
          <a:xfrm>
            <a:off x="14288044" y="6201583"/>
            <a:ext cx="5534137" cy="0"/>
          </a:xfrm>
          <a:prstGeom prst="line">
            <a:avLst/>
          </a:prstGeom>
          <a:ln w="25400">
            <a:solidFill>
              <a:srgbClr val="B19F90"/>
            </a:solidFill>
            <a:miter lim="400000"/>
          </a:ln>
        </p:spPr>
        <p:txBody>
          <a:bodyPr lIns="50799" tIns="50799" rIns="50799" bIns="50799" anchor="ctr"/>
          <a:lstStyle/>
          <a:p>
            <a:endParaRPr sz="2401"/>
          </a:p>
        </p:txBody>
      </p:sp>
      <p:sp>
        <p:nvSpPr>
          <p:cNvPr id="14" name="Brand…">
            <a:extLst>
              <a:ext uri="{FF2B5EF4-FFF2-40B4-BE49-F238E27FC236}">
                <a16:creationId xmlns:a16="http://schemas.microsoft.com/office/drawing/2014/main" id="{A0941F9B-84F1-0276-491D-022C42DD9C01}"/>
              </a:ext>
            </a:extLst>
          </p:cNvPr>
          <p:cNvSpPr txBox="1"/>
          <p:nvPr/>
        </p:nvSpPr>
        <p:spPr>
          <a:xfrm>
            <a:off x="7145544" y="8205434"/>
            <a:ext cx="5351258" cy="918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799" tIns="50799" rIns="50799" bIns="50799" anchor="t">
            <a:noAutofit/>
          </a:bodyPr>
          <a:lstStyle/>
          <a:p>
            <a:pPr>
              <a:lnSpc>
                <a:spcPct val="100000"/>
              </a:lnSpc>
              <a:spcBef>
                <a:spcPts val="0"/>
              </a:spcBef>
              <a:defRPr sz="3000">
                <a:solidFill>
                  <a:srgbClr val="3E3027"/>
                </a:solidFill>
                <a:latin typeface="Libre Baskerville"/>
                <a:ea typeface="Libre Baskerville"/>
                <a:cs typeface="Libre Baskerville"/>
                <a:sym typeface="Libre Baskerville"/>
              </a:defRPr>
            </a:pPr>
            <a:r>
              <a:rPr lang="en-US" sz="3001" i="1" dirty="0">
                <a:solidFill>
                  <a:srgbClr val="7B6047"/>
                </a:solidFill>
              </a:rPr>
              <a:t>05</a:t>
            </a:r>
            <a:r>
              <a:rPr lang="en-US" sz="3001" i="1" dirty="0"/>
              <a:t> </a:t>
            </a:r>
            <a:r>
              <a:rPr lang="en-US" sz="3001" dirty="0"/>
              <a:t>Grid Layout</a:t>
            </a:r>
            <a:endParaRPr sz="3001" dirty="0"/>
          </a:p>
        </p:txBody>
      </p:sp>
      <p:sp>
        <p:nvSpPr>
          <p:cNvPr id="15" name="Brand…">
            <a:extLst>
              <a:ext uri="{FF2B5EF4-FFF2-40B4-BE49-F238E27FC236}">
                <a16:creationId xmlns:a16="http://schemas.microsoft.com/office/drawing/2014/main" id="{CC037CD3-0E30-22BF-DB0D-6AE180AE4DD4}"/>
              </a:ext>
            </a:extLst>
          </p:cNvPr>
          <p:cNvSpPr txBox="1"/>
          <p:nvPr/>
        </p:nvSpPr>
        <p:spPr>
          <a:xfrm>
            <a:off x="14288044" y="8205432"/>
            <a:ext cx="5351258" cy="918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799" tIns="50799" rIns="50799" bIns="50799" anchor="t">
            <a:noAutofit/>
          </a:bodyPr>
          <a:lstStyle/>
          <a:p>
            <a:pPr>
              <a:lnSpc>
                <a:spcPct val="100000"/>
              </a:lnSpc>
              <a:spcBef>
                <a:spcPts val="0"/>
              </a:spcBef>
              <a:defRPr sz="3000">
                <a:solidFill>
                  <a:srgbClr val="3E3027"/>
                </a:solidFill>
                <a:latin typeface="Libre Baskerville"/>
                <a:ea typeface="Libre Baskerville"/>
                <a:cs typeface="Libre Baskerville"/>
                <a:sym typeface="Libre Baskerville"/>
              </a:defRPr>
            </a:pPr>
            <a:r>
              <a:rPr lang="en-US" sz="3001" i="1" dirty="0">
                <a:solidFill>
                  <a:srgbClr val="7B6047"/>
                </a:solidFill>
              </a:rPr>
              <a:t>06</a:t>
            </a:r>
            <a:r>
              <a:rPr lang="en-US" sz="3001" dirty="0"/>
              <a:t> Icon &amp; Illustration</a:t>
            </a:r>
          </a:p>
        </p:txBody>
      </p:sp>
      <p:sp>
        <p:nvSpPr>
          <p:cNvPr id="16" name="Line">
            <a:extLst>
              <a:ext uri="{FF2B5EF4-FFF2-40B4-BE49-F238E27FC236}">
                <a16:creationId xmlns:a16="http://schemas.microsoft.com/office/drawing/2014/main" id="{3BCF75B0-7081-CB76-D9E1-D46F365EE3D6}"/>
              </a:ext>
            </a:extLst>
          </p:cNvPr>
          <p:cNvSpPr/>
          <p:nvPr/>
        </p:nvSpPr>
        <p:spPr>
          <a:xfrm>
            <a:off x="7145544" y="7940834"/>
            <a:ext cx="5534137" cy="0"/>
          </a:xfrm>
          <a:prstGeom prst="line">
            <a:avLst/>
          </a:prstGeom>
          <a:ln w="25400">
            <a:solidFill>
              <a:srgbClr val="B19F90"/>
            </a:solidFill>
            <a:miter lim="400000"/>
          </a:ln>
        </p:spPr>
        <p:txBody>
          <a:bodyPr lIns="50799" tIns="50799" rIns="50799" bIns="50799" anchor="ctr"/>
          <a:lstStyle/>
          <a:p>
            <a:endParaRPr sz="2401"/>
          </a:p>
        </p:txBody>
      </p:sp>
      <p:sp>
        <p:nvSpPr>
          <p:cNvPr id="17" name="Line">
            <a:extLst>
              <a:ext uri="{FF2B5EF4-FFF2-40B4-BE49-F238E27FC236}">
                <a16:creationId xmlns:a16="http://schemas.microsoft.com/office/drawing/2014/main" id="{51F1C332-81C5-70CD-B8FB-2170472E8EAB}"/>
              </a:ext>
            </a:extLst>
          </p:cNvPr>
          <p:cNvSpPr/>
          <p:nvPr/>
        </p:nvSpPr>
        <p:spPr>
          <a:xfrm>
            <a:off x="14288044" y="7940834"/>
            <a:ext cx="5534137" cy="0"/>
          </a:xfrm>
          <a:prstGeom prst="line">
            <a:avLst/>
          </a:prstGeom>
          <a:ln w="25400">
            <a:solidFill>
              <a:srgbClr val="B19F90"/>
            </a:solidFill>
            <a:miter lim="400000"/>
          </a:ln>
        </p:spPr>
        <p:txBody>
          <a:bodyPr lIns="50799" tIns="50799" rIns="50799" bIns="50799" anchor="ctr"/>
          <a:lstStyle/>
          <a:p>
            <a:endParaRPr sz="2401"/>
          </a:p>
        </p:txBody>
      </p:sp>
      <p:sp>
        <p:nvSpPr>
          <p:cNvPr id="19" name="Brand…">
            <a:extLst>
              <a:ext uri="{FF2B5EF4-FFF2-40B4-BE49-F238E27FC236}">
                <a16:creationId xmlns:a16="http://schemas.microsoft.com/office/drawing/2014/main" id="{F9539F42-D889-5749-27B8-23F01E036D8A}"/>
              </a:ext>
            </a:extLst>
          </p:cNvPr>
          <p:cNvSpPr txBox="1"/>
          <p:nvPr/>
        </p:nvSpPr>
        <p:spPr>
          <a:xfrm>
            <a:off x="7145544" y="9944685"/>
            <a:ext cx="5351258" cy="918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799" tIns="50799" rIns="50799" bIns="50799" anchor="t">
            <a:noAutofit/>
          </a:bodyPr>
          <a:lstStyle/>
          <a:p>
            <a:pPr>
              <a:lnSpc>
                <a:spcPct val="100000"/>
              </a:lnSpc>
              <a:spcBef>
                <a:spcPts val="0"/>
              </a:spcBef>
              <a:defRPr sz="3000">
                <a:solidFill>
                  <a:srgbClr val="3E3027"/>
                </a:solidFill>
                <a:latin typeface="Libre Baskerville"/>
                <a:ea typeface="Libre Baskerville"/>
                <a:cs typeface="Libre Baskerville"/>
                <a:sym typeface="Libre Baskerville"/>
              </a:defRPr>
            </a:pPr>
            <a:r>
              <a:rPr lang="en-US" sz="3001" i="1" dirty="0">
                <a:solidFill>
                  <a:srgbClr val="7B6047"/>
                </a:solidFill>
              </a:rPr>
              <a:t>07</a:t>
            </a:r>
            <a:r>
              <a:rPr lang="en-US" sz="3001" i="1" dirty="0"/>
              <a:t> </a:t>
            </a:r>
            <a:r>
              <a:rPr lang="en-US" sz="3001" dirty="0"/>
              <a:t>Creative Direction</a:t>
            </a:r>
            <a:endParaRPr sz="3001" dirty="0"/>
          </a:p>
        </p:txBody>
      </p:sp>
      <p:sp>
        <p:nvSpPr>
          <p:cNvPr id="20" name="Brand…">
            <a:extLst>
              <a:ext uri="{FF2B5EF4-FFF2-40B4-BE49-F238E27FC236}">
                <a16:creationId xmlns:a16="http://schemas.microsoft.com/office/drawing/2014/main" id="{A04B5045-7051-5F18-5172-2A5BB8097385}"/>
              </a:ext>
            </a:extLst>
          </p:cNvPr>
          <p:cNvSpPr txBox="1"/>
          <p:nvPr/>
        </p:nvSpPr>
        <p:spPr>
          <a:xfrm>
            <a:off x="14288044" y="9944683"/>
            <a:ext cx="5351258" cy="918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799" tIns="50799" rIns="50799" bIns="50799" anchor="t">
            <a:noAutofit/>
          </a:bodyPr>
          <a:lstStyle/>
          <a:p>
            <a:pPr>
              <a:lnSpc>
                <a:spcPct val="100000"/>
              </a:lnSpc>
              <a:spcBef>
                <a:spcPts val="0"/>
              </a:spcBef>
              <a:defRPr sz="3000">
                <a:solidFill>
                  <a:srgbClr val="3E3027"/>
                </a:solidFill>
                <a:latin typeface="Libre Baskerville"/>
                <a:ea typeface="Libre Baskerville"/>
                <a:cs typeface="Libre Baskerville"/>
                <a:sym typeface="Libre Baskerville"/>
              </a:defRPr>
            </a:pPr>
            <a:r>
              <a:rPr lang="en-US" sz="3001" i="1" dirty="0">
                <a:solidFill>
                  <a:srgbClr val="7B6047"/>
                </a:solidFill>
              </a:rPr>
              <a:t>08</a:t>
            </a:r>
            <a:r>
              <a:rPr lang="en-US" sz="3001" dirty="0">
                <a:solidFill>
                  <a:srgbClr val="7B6047"/>
                </a:solidFill>
              </a:rPr>
              <a:t> </a:t>
            </a:r>
            <a:r>
              <a:rPr lang="en-US" sz="3001" dirty="0"/>
              <a:t>Media Identity</a:t>
            </a:r>
          </a:p>
        </p:txBody>
      </p:sp>
      <p:sp>
        <p:nvSpPr>
          <p:cNvPr id="21" name="Line">
            <a:extLst>
              <a:ext uri="{FF2B5EF4-FFF2-40B4-BE49-F238E27FC236}">
                <a16:creationId xmlns:a16="http://schemas.microsoft.com/office/drawing/2014/main" id="{61BEDEA8-529E-E1D0-2827-27BD08445C43}"/>
              </a:ext>
            </a:extLst>
          </p:cNvPr>
          <p:cNvSpPr/>
          <p:nvPr/>
        </p:nvSpPr>
        <p:spPr>
          <a:xfrm>
            <a:off x="7145544" y="9680085"/>
            <a:ext cx="5534137" cy="0"/>
          </a:xfrm>
          <a:prstGeom prst="line">
            <a:avLst/>
          </a:prstGeom>
          <a:ln w="25400">
            <a:solidFill>
              <a:srgbClr val="B19F90"/>
            </a:solidFill>
            <a:miter lim="400000"/>
          </a:ln>
        </p:spPr>
        <p:txBody>
          <a:bodyPr lIns="50799" tIns="50799" rIns="50799" bIns="50799" anchor="ctr"/>
          <a:lstStyle/>
          <a:p>
            <a:endParaRPr sz="2401"/>
          </a:p>
        </p:txBody>
      </p:sp>
      <p:sp>
        <p:nvSpPr>
          <p:cNvPr id="22" name="Line">
            <a:extLst>
              <a:ext uri="{FF2B5EF4-FFF2-40B4-BE49-F238E27FC236}">
                <a16:creationId xmlns:a16="http://schemas.microsoft.com/office/drawing/2014/main" id="{3BF1654D-322C-7E29-AB8A-9F64A2818D55}"/>
              </a:ext>
            </a:extLst>
          </p:cNvPr>
          <p:cNvSpPr/>
          <p:nvPr/>
        </p:nvSpPr>
        <p:spPr>
          <a:xfrm>
            <a:off x="14288044" y="9680085"/>
            <a:ext cx="5534137" cy="0"/>
          </a:xfrm>
          <a:prstGeom prst="line">
            <a:avLst/>
          </a:prstGeom>
          <a:ln w="25400">
            <a:solidFill>
              <a:srgbClr val="B19F90"/>
            </a:solidFill>
            <a:miter lim="400000"/>
          </a:ln>
        </p:spPr>
        <p:txBody>
          <a:bodyPr lIns="50799" tIns="50799" rIns="50799" bIns="50799" anchor="ctr"/>
          <a:lstStyle/>
          <a:p>
            <a:endParaRPr sz="2401"/>
          </a:p>
        </p:txBody>
      </p:sp>
      <p:sp>
        <p:nvSpPr>
          <p:cNvPr id="24" name="Brand…">
            <a:extLst>
              <a:ext uri="{FF2B5EF4-FFF2-40B4-BE49-F238E27FC236}">
                <a16:creationId xmlns:a16="http://schemas.microsoft.com/office/drawing/2014/main" id="{04BD9BB4-DFA3-65B9-AB4F-94E3F6F734E6}"/>
              </a:ext>
            </a:extLst>
          </p:cNvPr>
          <p:cNvSpPr txBox="1"/>
          <p:nvPr/>
        </p:nvSpPr>
        <p:spPr>
          <a:xfrm>
            <a:off x="7145544" y="11683934"/>
            <a:ext cx="5351258" cy="918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799" tIns="50799" rIns="50799" bIns="50799" anchor="t">
            <a:noAutofit/>
          </a:bodyPr>
          <a:lstStyle/>
          <a:p>
            <a:pPr>
              <a:lnSpc>
                <a:spcPct val="100000"/>
              </a:lnSpc>
              <a:spcBef>
                <a:spcPts val="0"/>
              </a:spcBef>
              <a:defRPr sz="3000">
                <a:solidFill>
                  <a:srgbClr val="3E3027"/>
                </a:solidFill>
                <a:latin typeface="Libre Baskerville"/>
                <a:ea typeface="Libre Baskerville"/>
                <a:cs typeface="Libre Baskerville"/>
                <a:sym typeface="Libre Baskerville"/>
              </a:defRPr>
            </a:pPr>
            <a:r>
              <a:rPr lang="en-US" sz="3001" i="1" dirty="0">
                <a:solidFill>
                  <a:srgbClr val="7B6047"/>
                </a:solidFill>
              </a:rPr>
              <a:t>09</a:t>
            </a:r>
            <a:r>
              <a:rPr lang="en-US" sz="3001" i="1" dirty="0"/>
              <a:t> </a:t>
            </a:r>
            <a:r>
              <a:rPr lang="en-US" sz="3001" dirty="0"/>
              <a:t>Brand Applications</a:t>
            </a:r>
            <a:endParaRPr sz="3001" dirty="0"/>
          </a:p>
        </p:txBody>
      </p:sp>
      <p:sp>
        <p:nvSpPr>
          <p:cNvPr id="25" name="Brand…">
            <a:extLst>
              <a:ext uri="{FF2B5EF4-FFF2-40B4-BE49-F238E27FC236}">
                <a16:creationId xmlns:a16="http://schemas.microsoft.com/office/drawing/2014/main" id="{50065845-A7BE-C1C3-4149-082D4593017F}"/>
              </a:ext>
            </a:extLst>
          </p:cNvPr>
          <p:cNvSpPr txBox="1"/>
          <p:nvPr/>
        </p:nvSpPr>
        <p:spPr>
          <a:xfrm>
            <a:off x="14288044" y="11683934"/>
            <a:ext cx="5351258" cy="918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799" tIns="50799" rIns="50799" bIns="50799" anchor="t">
            <a:noAutofit/>
          </a:bodyPr>
          <a:lstStyle/>
          <a:p>
            <a:pPr>
              <a:lnSpc>
                <a:spcPct val="100000"/>
              </a:lnSpc>
              <a:spcBef>
                <a:spcPts val="0"/>
              </a:spcBef>
              <a:defRPr sz="3000">
                <a:solidFill>
                  <a:srgbClr val="3E3027"/>
                </a:solidFill>
                <a:latin typeface="Libre Baskerville"/>
                <a:ea typeface="Libre Baskerville"/>
                <a:cs typeface="Libre Baskerville"/>
                <a:sym typeface="Libre Baskerville"/>
              </a:defRPr>
            </a:pPr>
            <a:r>
              <a:rPr lang="en-US" sz="3001" i="1" dirty="0">
                <a:solidFill>
                  <a:srgbClr val="7B6047"/>
                </a:solidFill>
              </a:rPr>
              <a:t>10</a:t>
            </a:r>
            <a:r>
              <a:rPr lang="en-US" sz="3001" dirty="0"/>
              <a:t> Credits &amp; Contact</a:t>
            </a:r>
          </a:p>
        </p:txBody>
      </p:sp>
      <p:sp>
        <p:nvSpPr>
          <p:cNvPr id="26" name="Line">
            <a:extLst>
              <a:ext uri="{FF2B5EF4-FFF2-40B4-BE49-F238E27FC236}">
                <a16:creationId xmlns:a16="http://schemas.microsoft.com/office/drawing/2014/main" id="{FE6FECD5-B454-6071-B213-71A1605635B9}"/>
              </a:ext>
            </a:extLst>
          </p:cNvPr>
          <p:cNvSpPr/>
          <p:nvPr/>
        </p:nvSpPr>
        <p:spPr>
          <a:xfrm>
            <a:off x="7145544" y="11419336"/>
            <a:ext cx="5534137" cy="0"/>
          </a:xfrm>
          <a:prstGeom prst="line">
            <a:avLst/>
          </a:prstGeom>
          <a:ln w="25400">
            <a:solidFill>
              <a:srgbClr val="B19F90"/>
            </a:solidFill>
            <a:miter lim="400000"/>
          </a:ln>
        </p:spPr>
        <p:txBody>
          <a:bodyPr lIns="50799" tIns="50799" rIns="50799" bIns="50799" anchor="ctr"/>
          <a:lstStyle/>
          <a:p>
            <a:endParaRPr sz="2401"/>
          </a:p>
        </p:txBody>
      </p:sp>
      <p:sp>
        <p:nvSpPr>
          <p:cNvPr id="27" name="Line">
            <a:extLst>
              <a:ext uri="{FF2B5EF4-FFF2-40B4-BE49-F238E27FC236}">
                <a16:creationId xmlns:a16="http://schemas.microsoft.com/office/drawing/2014/main" id="{EEB9D78C-6A0D-5990-B034-2E71CBB0101D}"/>
              </a:ext>
            </a:extLst>
          </p:cNvPr>
          <p:cNvSpPr/>
          <p:nvPr/>
        </p:nvSpPr>
        <p:spPr>
          <a:xfrm>
            <a:off x="14288044" y="11419336"/>
            <a:ext cx="5534137" cy="0"/>
          </a:xfrm>
          <a:prstGeom prst="line">
            <a:avLst/>
          </a:prstGeom>
          <a:ln w="25400">
            <a:solidFill>
              <a:srgbClr val="B19F90"/>
            </a:solidFill>
            <a:miter lim="400000"/>
          </a:ln>
        </p:spPr>
        <p:txBody>
          <a:bodyPr lIns="50799" tIns="50799" rIns="50799" bIns="50799" anchor="ctr"/>
          <a:lstStyle/>
          <a:p>
            <a:endParaRPr sz="2401"/>
          </a:p>
        </p:txBody>
      </p:sp>
      <p:sp>
        <p:nvSpPr>
          <p:cNvPr id="3" name="LUNA">
            <a:extLst>
              <a:ext uri="{FF2B5EF4-FFF2-40B4-BE49-F238E27FC236}">
                <a16:creationId xmlns:a16="http://schemas.microsoft.com/office/drawing/2014/main" id="{7AFA4E2C-C495-3B4C-236C-C3F30E0231FE}"/>
              </a:ext>
            </a:extLst>
          </p:cNvPr>
          <p:cNvSpPr txBox="1"/>
          <p:nvPr/>
        </p:nvSpPr>
        <p:spPr>
          <a:xfrm>
            <a:off x="1543498" y="694728"/>
            <a:ext cx="2651365" cy="8101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ctr">
            <a:spAutoFit/>
          </a:bodyPr>
          <a:lstStyle>
            <a:lvl1pPr>
              <a:defRPr sz="5000">
                <a:latin typeface="Recoleta Regular DEMO"/>
                <a:ea typeface="Recoleta Regular DEMO"/>
                <a:cs typeface="Recoleta Regular DEMO"/>
                <a:sym typeface="Recoleta Regular DEMO"/>
              </a:defRPr>
            </a:lvl1pPr>
          </a:lstStyle>
          <a:p>
            <a:r>
              <a:rPr sz="5001" dirty="0">
                <a:latin typeface="DM Serif Display" pitchFamily="2" charset="0"/>
              </a:rPr>
              <a:t>LUNA</a:t>
            </a:r>
          </a:p>
        </p:txBody>
      </p:sp>
    </p:spTree>
    <p:extLst>
      <p:ext uri="{BB962C8B-B14F-4D97-AF65-F5344CB8AC3E}">
        <p14:creationId xmlns:p14="http://schemas.microsoft.com/office/powerpoint/2010/main" val="167781722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9E9180"/>
        </a:solidFill>
        <a:effectLst/>
      </p:bgPr>
    </p:bg>
    <p:spTree>
      <p:nvGrpSpPr>
        <p:cNvPr id="1" name=""/>
        <p:cNvGrpSpPr/>
        <p:nvPr/>
      </p:nvGrpSpPr>
      <p:grpSpPr>
        <a:xfrm>
          <a:off x="0" y="0"/>
          <a:ext cx="0" cy="0"/>
          <a:chOff x="0" y="0"/>
          <a:chExt cx="0" cy="0"/>
        </a:xfrm>
      </p:grpSpPr>
      <p:pic>
        <p:nvPicPr>
          <p:cNvPr id="223" name="ChatGPT Image Nov 1, 2025 at 01_19_27 AM.png" descr="ChatGPT Image Nov 1, 2025 at 01_19_27 AM.png"/>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7233174" y="6069975"/>
            <a:ext cx="8712883" cy="6208409"/>
          </a:xfrm>
          <a:prstGeom prst="rect">
            <a:avLst/>
          </a:prstGeom>
          <a:ln w="12700">
            <a:miter lim="400000"/>
          </a:ln>
        </p:spPr>
      </p:pic>
      <p:sp>
        <p:nvSpPr>
          <p:cNvPr id="224" name="Line"/>
          <p:cNvSpPr/>
          <p:nvPr/>
        </p:nvSpPr>
        <p:spPr>
          <a:xfrm>
            <a:off x="7145545" y="635243"/>
            <a:ext cx="16678081" cy="0"/>
          </a:xfrm>
          <a:prstGeom prst="line">
            <a:avLst/>
          </a:prstGeom>
          <a:ln w="25400">
            <a:solidFill>
              <a:srgbClr val="FDF5E5"/>
            </a:solidFill>
            <a:miter lim="400000"/>
          </a:ln>
        </p:spPr>
        <p:txBody>
          <a:bodyPr lIns="50799" tIns="50799" rIns="50799" bIns="50799" anchor="ctr"/>
          <a:lstStyle/>
          <a:p>
            <a:endParaRPr sz="2401"/>
          </a:p>
        </p:txBody>
      </p:sp>
      <p:sp>
        <p:nvSpPr>
          <p:cNvPr id="225" name="Luna Studio"/>
          <p:cNvSpPr txBox="1"/>
          <p:nvPr/>
        </p:nvSpPr>
        <p:spPr>
          <a:xfrm>
            <a:off x="7176227" y="765309"/>
            <a:ext cx="155170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Luna Studio</a:t>
            </a:r>
          </a:p>
        </p:txBody>
      </p:sp>
      <p:sp>
        <p:nvSpPr>
          <p:cNvPr id="226" name="www.lunastudio.com"/>
          <p:cNvSpPr txBox="1"/>
          <p:nvPr/>
        </p:nvSpPr>
        <p:spPr>
          <a:xfrm>
            <a:off x="14313193" y="778010"/>
            <a:ext cx="2584039"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www.lunastudio.com</a:t>
            </a:r>
          </a:p>
        </p:txBody>
      </p:sp>
      <p:sp>
        <p:nvSpPr>
          <p:cNvPr id="227" name="October 2025"/>
          <p:cNvSpPr txBox="1"/>
          <p:nvPr/>
        </p:nvSpPr>
        <p:spPr>
          <a:xfrm>
            <a:off x="22150907" y="765309"/>
            <a:ext cx="1723227"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October 2025</a:t>
            </a:r>
          </a:p>
        </p:txBody>
      </p:sp>
      <p:sp>
        <p:nvSpPr>
          <p:cNvPr id="228" name="LUNA"/>
          <p:cNvSpPr txBox="1"/>
          <p:nvPr/>
        </p:nvSpPr>
        <p:spPr>
          <a:xfrm>
            <a:off x="1543498" y="694728"/>
            <a:ext cx="2651365" cy="8101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ctr">
            <a:spAutoFit/>
          </a:bodyPr>
          <a:lstStyle>
            <a:lvl1pPr>
              <a:defRPr sz="5000">
                <a:solidFill>
                  <a:srgbClr val="FDF5E5"/>
                </a:solidFill>
                <a:latin typeface="Recoleta Regular DEMO"/>
                <a:ea typeface="Recoleta Regular DEMO"/>
                <a:cs typeface="Recoleta Regular DEMO"/>
                <a:sym typeface="Recoleta Regular DEMO"/>
              </a:defRPr>
            </a:lvl1pPr>
          </a:lstStyle>
          <a:p>
            <a:r>
              <a:rPr sz="5001" dirty="0">
                <a:latin typeface="DM Serif Display" pitchFamily="2" charset="0"/>
              </a:rPr>
              <a:t>LUNA</a:t>
            </a:r>
          </a:p>
        </p:txBody>
      </p:sp>
      <p:sp>
        <p:nvSpPr>
          <p:cNvPr id="229" name="Brand Guideline"/>
          <p:cNvSpPr txBox="1"/>
          <p:nvPr/>
        </p:nvSpPr>
        <p:spPr>
          <a:xfrm>
            <a:off x="7176226" y="1115770"/>
            <a:ext cx="2064666"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Brand Guideline</a:t>
            </a:r>
          </a:p>
        </p:txBody>
      </p:sp>
      <p:sp>
        <p:nvSpPr>
          <p:cNvPr id="230" name="info@lunastudio.com"/>
          <p:cNvSpPr txBox="1"/>
          <p:nvPr/>
        </p:nvSpPr>
        <p:spPr>
          <a:xfrm>
            <a:off x="14323114" y="1128471"/>
            <a:ext cx="265136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info@lunastudio.com</a:t>
            </a:r>
          </a:p>
        </p:txBody>
      </p:sp>
      <p:pic>
        <p:nvPicPr>
          <p:cNvPr id="231" name="Logo White.png" descr="Logo White.png"/>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885229" y="764248"/>
            <a:ext cx="590170" cy="620336"/>
          </a:xfrm>
          <a:prstGeom prst="rect">
            <a:avLst/>
          </a:prstGeom>
          <a:ln w="12700">
            <a:miter lim="400000"/>
          </a:ln>
        </p:spPr>
      </p:pic>
      <p:sp>
        <p:nvSpPr>
          <p:cNvPr id="232" name="Brand Essence"/>
          <p:cNvSpPr txBox="1"/>
          <p:nvPr/>
        </p:nvSpPr>
        <p:spPr>
          <a:xfrm>
            <a:off x="811321" y="4659350"/>
            <a:ext cx="4418077" cy="305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799" tIns="50799" rIns="50799" bIns="50799" anchor="ctr">
            <a:spAutoFit/>
          </a:bodyPr>
          <a:lstStyle>
            <a:lvl1pPr>
              <a:lnSpc>
                <a:spcPct val="10000"/>
              </a:lnSpc>
              <a:defRPr sz="4500">
                <a:solidFill>
                  <a:srgbClr val="FFFFFF"/>
                </a:solidFill>
                <a:latin typeface="Libre Baskerville"/>
                <a:ea typeface="Libre Baskerville"/>
                <a:cs typeface="Libre Baskerville"/>
                <a:sym typeface="Libre Baskerville"/>
              </a:defRPr>
            </a:lvl1pPr>
          </a:lstStyle>
          <a:p>
            <a:r>
              <a:rPr sz="4501"/>
              <a:t>Brand Essence</a:t>
            </a:r>
          </a:p>
        </p:txBody>
      </p:sp>
      <p:sp>
        <p:nvSpPr>
          <p:cNvPr id="233" name="Luna Studio designs objects that embrace serenity, tactility, and honest materials. Our brand identity reflects quiet confidence — a balance between structure and softness.…"/>
          <p:cNvSpPr txBox="1"/>
          <p:nvPr/>
        </p:nvSpPr>
        <p:spPr>
          <a:xfrm>
            <a:off x="849839" y="8863725"/>
            <a:ext cx="5591602" cy="2986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t">
            <a:spAutoFit/>
          </a:bodyPr>
          <a:lstStyle/>
          <a:p>
            <a:pPr defTabSz="457222">
              <a:lnSpc>
                <a:spcPct val="110000"/>
              </a:lnSpc>
              <a:spcBef>
                <a:spcPts val="0"/>
              </a:spcBef>
              <a:spcAft>
                <a:spcPts val="1500"/>
              </a:spcAft>
              <a:defRPr sz="2000">
                <a:solidFill>
                  <a:srgbClr val="FFFFFF"/>
                </a:solidFill>
                <a:latin typeface="Libre Baskerville"/>
                <a:ea typeface="Libre Baskerville"/>
                <a:cs typeface="Libre Baskerville"/>
                <a:sym typeface="Libre Baskerville"/>
              </a:defRPr>
            </a:pPr>
            <a:r>
              <a:rPr sz="2001" dirty="0"/>
              <a:t>Luna Studio designs objects that embrace serenity, tactility, and honest materials.</a:t>
            </a:r>
            <a:br>
              <a:rPr sz="2001" dirty="0"/>
            </a:br>
            <a:r>
              <a:rPr sz="2001" dirty="0"/>
              <a:t>Our brand identity reflects quiet confidence — a balance between structure and softness.</a:t>
            </a:r>
          </a:p>
          <a:p>
            <a:pPr defTabSz="457222">
              <a:lnSpc>
                <a:spcPct val="110000"/>
              </a:lnSpc>
              <a:spcBef>
                <a:spcPts val="0"/>
              </a:spcBef>
              <a:spcAft>
                <a:spcPts val="1500"/>
              </a:spcAft>
              <a:defRPr sz="2000">
                <a:solidFill>
                  <a:srgbClr val="FFFFFF"/>
                </a:solidFill>
                <a:latin typeface="Libre Baskerville"/>
                <a:ea typeface="Libre Baskerville"/>
                <a:cs typeface="Libre Baskerville"/>
                <a:sym typeface="Libre Baskerville"/>
              </a:defRPr>
            </a:pPr>
            <a:r>
              <a:rPr sz="2001" dirty="0"/>
              <a:t>Each creation invites touch, light, and space — celebrating the beauty of restraint.</a:t>
            </a:r>
          </a:p>
        </p:txBody>
      </p:sp>
      <p:sp>
        <p:nvSpPr>
          <p:cNvPr id="234" name="A Modern Sense of Calm"/>
          <p:cNvSpPr txBox="1"/>
          <p:nvPr/>
        </p:nvSpPr>
        <p:spPr>
          <a:xfrm>
            <a:off x="886991" y="8068272"/>
            <a:ext cx="4493216" cy="5182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3000" i="1">
                <a:solidFill>
                  <a:srgbClr val="FDF5E5"/>
                </a:solidFill>
                <a:latin typeface="Libre Baskerville"/>
                <a:ea typeface="Libre Baskerville"/>
                <a:cs typeface="Libre Baskerville"/>
                <a:sym typeface="Libre Baskerville"/>
              </a:defRPr>
            </a:lvl1pPr>
          </a:lstStyle>
          <a:p>
            <a:r>
              <a:rPr sz="3001" dirty="0"/>
              <a:t>A Modern Sense of Calm</a:t>
            </a:r>
          </a:p>
        </p:txBody>
      </p:sp>
      <p:sp>
        <p:nvSpPr>
          <p:cNvPr id="235" name="Line"/>
          <p:cNvSpPr/>
          <p:nvPr/>
        </p:nvSpPr>
        <p:spPr>
          <a:xfrm>
            <a:off x="886993" y="8764326"/>
            <a:ext cx="5554448" cy="0"/>
          </a:xfrm>
          <a:prstGeom prst="line">
            <a:avLst/>
          </a:prstGeom>
          <a:ln w="25400">
            <a:solidFill>
              <a:srgbClr val="FDF5E5"/>
            </a:solidFill>
            <a:miter lim="400000"/>
          </a:ln>
        </p:spPr>
        <p:txBody>
          <a:bodyPr lIns="50799" tIns="50799" rIns="50799" bIns="50799" anchor="ctr"/>
          <a:lstStyle/>
          <a:p>
            <a:endParaRPr sz="2401"/>
          </a:p>
        </p:txBody>
      </p:sp>
      <p:sp>
        <p:nvSpPr>
          <p:cNvPr id="236" name="Line"/>
          <p:cNvSpPr/>
          <p:nvPr/>
        </p:nvSpPr>
        <p:spPr>
          <a:xfrm>
            <a:off x="572797" y="13164640"/>
            <a:ext cx="23238410" cy="0"/>
          </a:xfrm>
          <a:prstGeom prst="line">
            <a:avLst/>
          </a:prstGeom>
          <a:ln w="25400">
            <a:solidFill>
              <a:srgbClr val="FDF5E5"/>
            </a:solidFill>
            <a:miter lim="400000"/>
          </a:ln>
        </p:spPr>
        <p:txBody>
          <a:bodyPr lIns="50799" tIns="50799" rIns="50799" bIns="50799" anchor="ctr"/>
          <a:lstStyle/>
          <a:p>
            <a:endParaRPr sz="2401"/>
          </a:p>
        </p:txBody>
      </p:sp>
      <p:sp>
        <p:nvSpPr>
          <p:cNvPr id="237" name="Minimal"/>
          <p:cNvSpPr txBox="1"/>
          <p:nvPr/>
        </p:nvSpPr>
        <p:spPr>
          <a:xfrm>
            <a:off x="618750" y="12661805"/>
            <a:ext cx="1122100"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Minimal</a:t>
            </a:r>
          </a:p>
        </p:txBody>
      </p:sp>
      <p:sp>
        <p:nvSpPr>
          <p:cNvPr id="238" name="Grounded"/>
          <p:cNvSpPr txBox="1"/>
          <p:nvPr/>
        </p:nvSpPr>
        <p:spPr>
          <a:xfrm>
            <a:off x="7723673" y="12661805"/>
            <a:ext cx="1320872"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Grounded</a:t>
            </a:r>
          </a:p>
        </p:txBody>
      </p:sp>
      <p:sp>
        <p:nvSpPr>
          <p:cNvPr id="239" name="Sensual"/>
          <p:cNvSpPr txBox="1"/>
          <p:nvPr/>
        </p:nvSpPr>
        <p:spPr>
          <a:xfrm>
            <a:off x="15536752" y="12661805"/>
            <a:ext cx="1005081"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Sensual</a:t>
            </a:r>
          </a:p>
        </p:txBody>
      </p:sp>
      <p:sp>
        <p:nvSpPr>
          <p:cNvPr id="240" name="Honest"/>
          <p:cNvSpPr txBox="1"/>
          <p:nvPr/>
        </p:nvSpPr>
        <p:spPr>
          <a:xfrm>
            <a:off x="22702619" y="12661805"/>
            <a:ext cx="948976"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Honest</a:t>
            </a:r>
          </a:p>
        </p:txBody>
      </p:sp>
      <p:pic>
        <p:nvPicPr>
          <p:cNvPr id="241" name="ChatGPT Image Nov 1, 2025 at 01_19_27 AM.png" descr="ChatGPT Image Nov 1, 2025 at 01_19_27 AM.png"/>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11531874" y="1773904"/>
            <a:ext cx="4418163" cy="5173719"/>
          </a:xfrm>
          <a:prstGeom prst="rect">
            <a:avLst/>
          </a:prstGeom>
          <a:ln w="12700">
            <a:miter lim="400000"/>
          </a:ln>
        </p:spPr>
      </p:pic>
      <p:pic>
        <p:nvPicPr>
          <p:cNvPr id="242" name="ChatGPT Image Nov 1, 2025 at 01_19_27 AM.png" descr="ChatGPT Image Nov 1, 2025 at 01_19_27 AM.png"/>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7221116" y="1775887"/>
            <a:ext cx="4310290" cy="5167932"/>
          </a:xfrm>
          <a:prstGeom prst="rect">
            <a:avLst/>
          </a:prstGeom>
          <a:ln w="12700">
            <a:miter lim="400000"/>
          </a:ln>
        </p:spPr>
      </p:pic>
      <p:pic>
        <p:nvPicPr>
          <p:cNvPr id="243" name="ChatGPT Image Nov 1, 2025 at 01_21_21 AM.png" descr="ChatGPT Image Nov 1, 2025 at 01_21_21 AM.png"/>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15931683" y="1773905"/>
            <a:ext cx="7848882" cy="10505954"/>
          </a:xfrm>
          <a:prstGeom prst="rect">
            <a:avLst/>
          </a:prstGeom>
          <a:ln w="12700">
            <a:miter lim="400000"/>
          </a:ln>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9F3"/>
        </a:solidFill>
        <a:effectLst/>
      </p:bgPr>
    </p:bg>
    <p:spTree>
      <p:nvGrpSpPr>
        <p:cNvPr id="1" name=""/>
        <p:cNvGrpSpPr/>
        <p:nvPr/>
      </p:nvGrpSpPr>
      <p:grpSpPr>
        <a:xfrm>
          <a:off x="0" y="0"/>
          <a:ext cx="0" cy="0"/>
          <a:chOff x="0" y="0"/>
          <a:chExt cx="0" cy="0"/>
        </a:xfrm>
      </p:grpSpPr>
      <p:sp>
        <p:nvSpPr>
          <p:cNvPr id="245" name="Line"/>
          <p:cNvSpPr/>
          <p:nvPr/>
        </p:nvSpPr>
        <p:spPr>
          <a:xfrm>
            <a:off x="7145545" y="635243"/>
            <a:ext cx="16678081" cy="0"/>
          </a:xfrm>
          <a:prstGeom prst="line">
            <a:avLst/>
          </a:prstGeom>
          <a:ln w="25400">
            <a:solidFill>
              <a:srgbClr val="D5D5D5"/>
            </a:solidFill>
            <a:miter lim="400000"/>
          </a:ln>
        </p:spPr>
        <p:txBody>
          <a:bodyPr lIns="50799" tIns="50799" rIns="50799" bIns="50799" anchor="ctr"/>
          <a:lstStyle/>
          <a:p>
            <a:endParaRPr sz="2401"/>
          </a:p>
        </p:txBody>
      </p:sp>
      <p:sp>
        <p:nvSpPr>
          <p:cNvPr id="246" name="Luna Studio"/>
          <p:cNvSpPr txBox="1"/>
          <p:nvPr/>
        </p:nvSpPr>
        <p:spPr>
          <a:xfrm>
            <a:off x="7176227" y="765309"/>
            <a:ext cx="155170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Luna Studio</a:t>
            </a:r>
          </a:p>
        </p:txBody>
      </p:sp>
      <p:sp>
        <p:nvSpPr>
          <p:cNvPr id="247" name="www.lunastudio.com"/>
          <p:cNvSpPr txBox="1"/>
          <p:nvPr/>
        </p:nvSpPr>
        <p:spPr>
          <a:xfrm>
            <a:off x="14313193" y="778010"/>
            <a:ext cx="2584039"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www.lunastudio.com</a:t>
            </a:r>
          </a:p>
        </p:txBody>
      </p:sp>
      <p:sp>
        <p:nvSpPr>
          <p:cNvPr id="248" name="October 2025"/>
          <p:cNvSpPr txBox="1"/>
          <p:nvPr/>
        </p:nvSpPr>
        <p:spPr>
          <a:xfrm>
            <a:off x="22150907" y="765309"/>
            <a:ext cx="1723227"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October 2025</a:t>
            </a:r>
          </a:p>
        </p:txBody>
      </p:sp>
      <p:sp>
        <p:nvSpPr>
          <p:cNvPr id="250" name="Brand Guideline"/>
          <p:cNvSpPr txBox="1"/>
          <p:nvPr/>
        </p:nvSpPr>
        <p:spPr>
          <a:xfrm>
            <a:off x="7176226" y="1115770"/>
            <a:ext cx="2064666"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Brand Guideline</a:t>
            </a:r>
          </a:p>
        </p:txBody>
      </p:sp>
      <p:sp>
        <p:nvSpPr>
          <p:cNvPr id="251" name="info@lunastudio.com"/>
          <p:cNvSpPr txBox="1"/>
          <p:nvPr/>
        </p:nvSpPr>
        <p:spPr>
          <a:xfrm>
            <a:off x="14323114" y="1128471"/>
            <a:ext cx="265136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info@lunastudio.com</a:t>
            </a:r>
          </a:p>
        </p:txBody>
      </p:sp>
      <p:pic>
        <p:nvPicPr>
          <p:cNvPr id="252" name="Logo Icon.png" descr="Logo Icon.png"/>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885229" y="764248"/>
            <a:ext cx="590170" cy="620336"/>
          </a:xfrm>
          <a:prstGeom prst="rect">
            <a:avLst/>
          </a:prstGeom>
          <a:ln w="12700">
            <a:miter lim="400000"/>
          </a:ln>
        </p:spPr>
      </p:pic>
      <p:sp>
        <p:nvSpPr>
          <p:cNvPr id="253" name="Moodboard"/>
          <p:cNvSpPr txBox="1"/>
          <p:nvPr/>
        </p:nvSpPr>
        <p:spPr>
          <a:xfrm>
            <a:off x="729549" y="4672052"/>
            <a:ext cx="3761628" cy="305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799" tIns="50799" rIns="50799" bIns="50799" anchor="ctr">
            <a:spAutoFit/>
          </a:bodyPr>
          <a:lstStyle>
            <a:lvl1pPr>
              <a:lnSpc>
                <a:spcPct val="10000"/>
              </a:lnSpc>
              <a:defRPr sz="4500">
                <a:latin typeface="Libre Baskerville"/>
                <a:ea typeface="Libre Baskerville"/>
                <a:cs typeface="Libre Baskerville"/>
                <a:sym typeface="Libre Baskerville"/>
              </a:defRPr>
            </a:lvl1pPr>
          </a:lstStyle>
          <a:p>
            <a:r>
              <a:rPr sz="4501"/>
              <a:t>Moodboard</a:t>
            </a:r>
          </a:p>
        </p:txBody>
      </p:sp>
      <p:pic>
        <p:nvPicPr>
          <p:cNvPr id="254" name="ChatGPT Image Nov 1, 2025 at 04_15_25 AM.png" descr="ChatGPT Image Nov 1, 2025 at 04_15_25 AM.png"/>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13874820" y="1711982"/>
            <a:ext cx="10649769" cy="12137941"/>
          </a:xfrm>
          <a:prstGeom prst="rect">
            <a:avLst/>
          </a:prstGeom>
          <a:ln w="12700">
            <a:miter lim="400000"/>
          </a:ln>
        </p:spPr>
      </p:pic>
      <p:pic>
        <p:nvPicPr>
          <p:cNvPr id="255" name="ChatGPT Image Nov 1, 2025 at 04_15_28 AM.png" descr="ChatGPT Image Nov 1, 2025 at 04_15_28 AM.png"/>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57464" y="7569130"/>
            <a:ext cx="13942299" cy="6049633"/>
          </a:xfrm>
          <a:prstGeom prst="rect">
            <a:avLst/>
          </a:prstGeom>
          <a:ln w="12700">
            <a:miter lim="400000"/>
          </a:ln>
        </p:spPr>
      </p:pic>
      <p:sp>
        <p:nvSpPr>
          <p:cNvPr id="256" name="The Luna moodboard captures our tone of voice and visual essence: natural textures, gentle gradients, light play, and thoughtful simplicity."/>
          <p:cNvSpPr txBox="1"/>
          <p:nvPr/>
        </p:nvSpPr>
        <p:spPr>
          <a:xfrm>
            <a:off x="7006745" y="5658701"/>
            <a:ext cx="4992389" cy="14397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t">
            <a:spAutoFit/>
          </a:bodyPr>
          <a:lstStyle>
            <a:lvl1pPr defTabSz="457200">
              <a:lnSpc>
                <a:spcPct val="100000"/>
              </a:lnSpc>
              <a:spcBef>
                <a:spcPts val="1200"/>
              </a:spcBef>
              <a:defRPr sz="2000">
                <a:latin typeface="Libre Baskerville"/>
                <a:ea typeface="Libre Baskerville"/>
                <a:cs typeface="Libre Baskerville"/>
                <a:sym typeface="Libre Baskerville"/>
              </a:defRPr>
            </a:lvl1pPr>
          </a:lstStyle>
          <a:p>
            <a:pPr>
              <a:lnSpc>
                <a:spcPct val="110000"/>
              </a:lnSpc>
              <a:spcBef>
                <a:spcPts val="0"/>
              </a:spcBef>
              <a:spcAft>
                <a:spcPts val="1500"/>
              </a:spcAft>
              <a:defRPr sz="2000">
                <a:solidFill>
                  <a:srgbClr val="FFFFFF"/>
                </a:solidFill>
                <a:latin typeface="Libre Baskerville"/>
                <a:ea typeface="Libre Baskerville"/>
                <a:cs typeface="Libre Baskerville"/>
                <a:sym typeface="Libre Baskerville"/>
              </a:defRPr>
            </a:pPr>
            <a:r>
              <a:rPr sz="2001" dirty="0">
                <a:solidFill>
                  <a:srgbClr val="7B6047"/>
                </a:solidFill>
              </a:rPr>
              <a:t>The Luna </a:t>
            </a:r>
            <a:r>
              <a:rPr sz="2001" dirty="0" err="1">
                <a:solidFill>
                  <a:srgbClr val="7B6047"/>
                </a:solidFill>
              </a:rPr>
              <a:t>moodboard</a:t>
            </a:r>
            <a:r>
              <a:rPr sz="2001" dirty="0">
                <a:solidFill>
                  <a:srgbClr val="7B6047"/>
                </a:solidFill>
              </a:rPr>
              <a:t> captures our tone of voice and visual essence: natural textures, gentle gradients, light play, and thoughtful simplicity.</a:t>
            </a:r>
          </a:p>
        </p:txBody>
      </p:sp>
      <p:sp>
        <p:nvSpPr>
          <p:cNvPr id="257" name="Visual Inspiration"/>
          <p:cNvSpPr txBox="1"/>
          <p:nvPr/>
        </p:nvSpPr>
        <p:spPr>
          <a:xfrm>
            <a:off x="7021749" y="4570737"/>
            <a:ext cx="3359892" cy="5182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3000" i="1">
                <a:solidFill>
                  <a:srgbClr val="7B6047"/>
                </a:solidFill>
                <a:latin typeface="Libre Baskerville"/>
                <a:ea typeface="Libre Baskerville"/>
                <a:cs typeface="Libre Baskerville"/>
                <a:sym typeface="Libre Baskerville"/>
              </a:defRPr>
            </a:lvl1pPr>
          </a:lstStyle>
          <a:p>
            <a:r>
              <a:rPr sz="3001" dirty="0"/>
              <a:t>Visual Inspiration</a:t>
            </a:r>
          </a:p>
        </p:txBody>
      </p:sp>
      <p:sp>
        <p:nvSpPr>
          <p:cNvPr id="258" name="Line"/>
          <p:cNvSpPr/>
          <p:nvPr/>
        </p:nvSpPr>
        <p:spPr>
          <a:xfrm>
            <a:off x="7021750" y="5266792"/>
            <a:ext cx="4977384" cy="0"/>
          </a:xfrm>
          <a:prstGeom prst="line">
            <a:avLst/>
          </a:prstGeom>
          <a:ln w="25400">
            <a:solidFill>
              <a:srgbClr val="7B6047"/>
            </a:solidFill>
            <a:miter lim="400000"/>
          </a:ln>
        </p:spPr>
        <p:txBody>
          <a:bodyPr lIns="50799" tIns="50799" rIns="50799" bIns="50799" anchor="ctr"/>
          <a:lstStyle/>
          <a:p>
            <a:endParaRPr sz="2401"/>
          </a:p>
        </p:txBody>
      </p:sp>
      <p:sp>
        <p:nvSpPr>
          <p:cNvPr id="2" name="LUNA">
            <a:extLst>
              <a:ext uri="{FF2B5EF4-FFF2-40B4-BE49-F238E27FC236}">
                <a16:creationId xmlns:a16="http://schemas.microsoft.com/office/drawing/2014/main" id="{48B8B2ED-A3AF-4F47-11F6-5C2B94891CA9}"/>
              </a:ext>
            </a:extLst>
          </p:cNvPr>
          <p:cNvSpPr txBox="1"/>
          <p:nvPr/>
        </p:nvSpPr>
        <p:spPr>
          <a:xfrm>
            <a:off x="1543498" y="694728"/>
            <a:ext cx="2651365" cy="8101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ctr">
            <a:spAutoFit/>
          </a:bodyPr>
          <a:lstStyle>
            <a:lvl1pPr>
              <a:defRPr sz="5000">
                <a:latin typeface="Recoleta Regular DEMO"/>
                <a:ea typeface="Recoleta Regular DEMO"/>
                <a:cs typeface="Recoleta Regular DEMO"/>
                <a:sym typeface="Recoleta Regular DEMO"/>
              </a:defRPr>
            </a:lvl1pPr>
          </a:lstStyle>
          <a:p>
            <a:r>
              <a:rPr sz="5001" dirty="0">
                <a:latin typeface="DM Serif Display" pitchFamily="2" charset="0"/>
              </a:rPr>
              <a:t>LUNA</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9B8E7C"/>
        </a:solidFill>
        <a:effectLst/>
      </p:bgPr>
    </p:bg>
    <p:spTree>
      <p:nvGrpSpPr>
        <p:cNvPr id="1" name=""/>
        <p:cNvGrpSpPr/>
        <p:nvPr/>
      </p:nvGrpSpPr>
      <p:grpSpPr>
        <a:xfrm>
          <a:off x="0" y="0"/>
          <a:ext cx="0" cy="0"/>
          <a:chOff x="0" y="0"/>
          <a:chExt cx="0" cy="0"/>
        </a:xfrm>
      </p:grpSpPr>
      <p:sp>
        <p:nvSpPr>
          <p:cNvPr id="260" name="Line"/>
          <p:cNvSpPr/>
          <p:nvPr/>
        </p:nvSpPr>
        <p:spPr>
          <a:xfrm>
            <a:off x="7145545" y="635243"/>
            <a:ext cx="16678081" cy="0"/>
          </a:xfrm>
          <a:prstGeom prst="line">
            <a:avLst/>
          </a:prstGeom>
          <a:ln w="25400">
            <a:solidFill>
              <a:srgbClr val="D5D5D5"/>
            </a:solidFill>
            <a:miter lim="400000"/>
          </a:ln>
        </p:spPr>
        <p:txBody>
          <a:bodyPr lIns="50799" tIns="50799" rIns="50799" bIns="50799" anchor="ctr"/>
          <a:lstStyle/>
          <a:p>
            <a:endParaRPr sz="2401"/>
          </a:p>
        </p:txBody>
      </p:sp>
      <p:sp>
        <p:nvSpPr>
          <p:cNvPr id="261" name="Luna Studio"/>
          <p:cNvSpPr txBox="1"/>
          <p:nvPr/>
        </p:nvSpPr>
        <p:spPr>
          <a:xfrm>
            <a:off x="7176227" y="765309"/>
            <a:ext cx="155170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Luna Studio</a:t>
            </a:r>
          </a:p>
        </p:txBody>
      </p:sp>
      <p:sp>
        <p:nvSpPr>
          <p:cNvPr id="262" name="www.lunastudio.com"/>
          <p:cNvSpPr txBox="1"/>
          <p:nvPr/>
        </p:nvSpPr>
        <p:spPr>
          <a:xfrm>
            <a:off x="14313193" y="778010"/>
            <a:ext cx="2584039"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www.lunastudio.com</a:t>
            </a:r>
          </a:p>
        </p:txBody>
      </p:sp>
      <p:sp>
        <p:nvSpPr>
          <p:cNvPr id="263" name="October 2025"/>
          <p:cNvSpPr txBox="1"/>
          <p:nvPr/>
        </p:nvSpPr>
        <p:spPr>
          <a:xfrm>
            <a:off x="22150907" y="765309"/>
            <a:ext cx="1723227"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October 2025</a:t>
            </a:r>
          </a:p>
        </p:txBody>
      </p:sp>
      <p:sp>
        <p:nvSpPr>
          <p:cNvPr id="264" name="LUNA"/>
          <p:cNvSpPr txBox="1"/>
          <p:nvPr/>
        </p:nvSpPr>
        <p:spPr>
          <a:xfrm>
            <a:off x="1543498" y="694728"/>
            <a:ext cx="2418902" cy="8101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ctr">
            <a:spAutoFit/>
          </a:bodyPr>
          <a:lstStyle>
            <a:lvl1pPr>
              <a:defRPr sz="5000">
                <a:solidFill>
                  <a:srgbClr val="FDF5E5"/>
                </a:solidFill>
                <a:latin typeface="Recoleta Regular DEMO"/>
                <a:ea typeface="Recoleta Regular DEMO"/>
                <a:cs typeface="Recoleta Regular DEMO"/>
                <a:sym typeface="Recoleta Regular DEMO"/>
              </a:defRPr>
            </a:lvl1pPr>
          </a:lstStyle>
          <a:p>
            <a:r>
              <a:rPr sz="5001" dirty="0">
                <a:latin typeface="DM Serif Display" pitchFamily="2" charset="0"/>
              </a:rPr>
              <a:t>LUNA</a:t>
            </a:r>
          </a:p>
        </p:txBody>
      </p:sp>
      <p:sp>
        <p:nvSpPr>
          <p:cNvPr id="265" name="Brand Guideline"/>
          <p:cNvSpPr txBox="1"/>
          <p:nvPr/>
        </p:nvSpPr>
        <p:spPr>
          <a:xfrm>
            <a:off x="7176226" y="1115770"/>
            <a:ext cx="2064666"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Brand Guideline</a:t>
            </a:r>
          </a:p>
        </p:txBody>
      </p:sp>
      <p:sp>
        <p:nvSpPr>
          <p:cNvPr id="266" name="info@lunastudio.com"/>
          <p:cNvSpPr txBox="1"/>
          <p:nvPr/>
        </p:nvSpPr>
        <p:spPr>
          <a:xfrm>
            <a:off x="14323114" y="1128471"/>
            <a:ext cx="265136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info@lunastudio.com</a:t>
            </a:r>
          </a:p>
        </p:txBody>
      </p:sp>
      <p:sp>
        <p:nvSpPr>
          <p:cNvPr id="267" name="Color System"/>
          <p:cNvSpPr txBox="1"/>
          <p:nvPr/>
        </p:nvSpPr>
        <p:spPr>
          <a:xfrm>
            <a:off x="729548" y="6310940"/>
            <a:ext cx="4203101" cy="305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799" tIns="50799" rIns="50799" bIns="50799" anchor="ctr">
            <a:spAutoFit/>
          </a:bodyPr>
          <a:lstStyle>
            <a:lvl1pPr>
              <a:lnSpc>
                <a:spcPct val="10000"/>
              </a:lnSpc>
              <a:defRPr sz="4500">
                <a:solidFill>
                  <a:srgbClr val="FFFFFF"/>
                </a:solidFill>
                <a:latin typeface="Libre Baskerville"/>
                <a:ea typeface="Libre Baskerville"/>
                <a:cs typeface="Libre Baskerville"/>
                <a:sym typeface="Libre Baskerville"/>
              </a:defRPr>
            </a:lvl1pPr>
          </a:lstStyle>
          <a:p>
            <a:r>
              <a:rPr sz="4501"/>
              <a:t>Color System</a:t>
            </a:r>
          </a:p>
        </p:txBody>
      </p:sp>
      <p:sp>
        <p:nvSpPr>
          <p:cNvPr id="268" name="Luna Studio’s palette reflects natural calm and material honesty — soft and calm foundation with ivory-neutrals base balanced by gentle accents that evoke subtle warmth, light, and emotional softness."/>
          <p:cNvSpPr txBox="1"/>
          <p:nvPr/>
        </p:nvSpPr>
        <p:spPr>
          <a:xfrm>
            <a:off x="811739" y="10532311"/>
            <a:ext cx="5073949" cy="21171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t">
            <a:spAutoFit/>
          </a:bodyPr>
          <a:lstStyle>
            <a:lvl1pPr defTabSz="457200">
              <a:lnSpc>
                <a:spcPct val="100000"/>
              </a:lnSpc>
              <a:spcBef>
                <a:spcPts val="1200"/>
              </a:spcBef>
              <a:defRPr sz="2000">
                <a:solidFill>
                  <a:srgbClr val="FFFFFF"/>
                </a:solidFill>
                <a:latin typeface="Libre Baskerville"/>
                <a:ea typeface="Libre Baskerville"/>
                <a:cs typeface="Libre Baskerville"/>
                <a:sym typeface="Libre Baskerville"/>
              </a:defRPr>
            </a:lvl1pPr>
          </a:lstStyle>
          <a:p>
            <a:pPr>
              <a:lnSpc>
                <a:spcPct val="110000"/>
              </a:lnSpc>
              <a:spcBef>
                <a:spcPts val="0"/>
              </a:spcBef>
              <a:spcAft>
                <a:spcPts val="1500"/>
              </a:spcAft>
              <a:defRPr sz="2000">
                <a:solidFill>
                  <a:srgbClr val="FFFFFF"/>
                </a:solidFill>
                <a:latin typeface="Libre Baskerville"/>
                <a:ea typeface="Libre Baskerville"/>
                <a:cs typeface="Libre Baskerville"/>
                <a:sym typeface="Libre Baskerville"/>
              </a:defRPr>
            </a:pPr>
            <a:r>
              <a:rPr sz="2001" dirty="0">
                <a:sym typeface="Helvetica Neue"/>
              </a:rPr>
              <a:t>Luna Studio’s palette reflects natural calm and material honesty — soft and calm foundation with ivory-neutrals base balanced by gentle accents that evoke subtle warmth, light, and emotional softness.</a:t>
            </a:r>
          </a:p>
        </p:txBody>
      </p:sp>
      <p:sp>
        <p:nvSpPr>
          <p:cNvPr id="269" name="Color Palette &amp; Usage"/>
          <p:cNvSpPr txBox="1"/>
          <p:nvPr/>
        </p:nvSpPr>
        <p:spPr>
          <a:xfrm>
            <a:off x="848891" y="9727204"/>
            <a:ext cx="4039565" cy="5182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3000" i="1">
                <a:solidFill>
                  <a:srgbClr val="FDF5E5"/>
                </a:solidFill>
                <a:latin typeface="Libre Baskerville"/>
                <a:ea typeface="Libre Baskerville"/>
                <a:cs typeface="Libre Baskerville"/>
                <a:sym typeface="Libre Baskerville"/>
              </a:defRPr>
            </a:lvl1pPr>
          </a:lstStyle>
          <a:p>
            <a:r>
              <a:rPr sz="3001"/>
              <a:t>Color Palette &amp; Usage</a:t>
            </a:r>
          </a:p>
        </p:txBody>
      </p:sp>
      <p:sp>
        <p:nvSpPr>
          <p:cNvPr id="270" name="Line"/>
          <p:cNvSpPr/>
          <p:nvPr/>
        </p:nvSpPr>
        <p:spPr>
          <a:xfrm>
            <a:off x="848892" y="10423256"/>
            <a:ext cx="4977384" cy="0"/>
          </a:xfrm>
          <a:prstGeom prst="line">
            <a:avLst/>
          </a:prstGeom>
          <a:ln w="25400">
            <a:solidFill>
              <a:srgbClr val="FDF5E5"/>
            </a:solidFill>
            <a:miter lim="400000"/>
          </a:ln>
        </p:spPr>
        <p:txBody>
          <a:bodyPr lIns="50799" tIns="50799" rIns="50799" bIns="50799" anchor="ctr"/>
          <a:lstStyle/>
          <a:p>
            <a:endParaRPr sz="2401"/>
          </a:p>
        </p:txBody>
      </p:sp>
      <p:sp>
        <p:nvSpPr>
          <p:cNvPr id="271" name="Rounded Rectangle"/>
          <p:cNvSpPr/>
          <p:nvPr/>
        </p:nvSpPr>
        <p:spPr>
          <a:xfrm>
            <a:off x="7206898" y="2149646"/>
            <a:ext cx="5538146" cy="10534863"/>
          </a:xfrm>
          <a:prstGeom prst="roundRect">
            <a:avLst>
              <a:gd name="adj" fmla="val 14435"/>
            </a:avLst>
          </a:prstGeom>
          <a:solidFill>
            <a:srgbClr val="FDF5E5"/>
          </a:solidFill>
          <a:ln w="12700">
            <a:miter lim="400000"/>
          </a:ln>
        </p:spPr>
        <p:txBody>
          <a:bodyPr lIns="50799" tIns="50799" rIns="50799" bIns="50799" anchor="ctr"/>
          <a:lstStyle/>
          <a:p>
            <a:pPr algn="ctr" defTabSz="8255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201"/>
          </a:p>
        </p:txBody>
      </p:sp>
      <p:sp>
        <p:nvSpPr>
          <p:cNvPr id="272" name="Rounded Rectangle"/>
          <p:cNvSpPr/>
          <p:nvPr/>
        </p:nvSpPr>
        <p:spPr>
          <a:xfrm>
            <a:off x="9054867" y="2134766"/>
            <a:ext cx="5538146" cy="10564623"/>
          </a:xfrm>
          <a:prstGeom prst="roundRect">
            <a:avLst>
              <a:gd name="adj" fmla="val 14435"/>
            </a:avLst>
          </a:prstGeom>
          <a:solidFill>
            <a:srgbClr val="C6B99F"/>
          </a:solidFill>
          <a:ln w="12700">
            <a:miter lim="400000"/>
          </a:ln>
        </p:spPr>
        <p:txBody>
          <a:bodyPr lIns="50799" tIns="50799" rIns="50799" bIns="50799" anchor="ctr"/>
          <a:lstStyle/>
          <a:p>
            <a:pPr algn="ctr" defTabSz="8255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201"/>
          </a:p>
        </p:txBody>
      </p:sp>
      <p:sp>
        <p:nvSpPr>
          <p:cNvPr id="273" name="Rounded Rectangle"/>
          <p:cNvSpPr/>
          <p:nvPr/>
        </p:nvSpPr>
        <p:spPr>
          <a:xfrm>
            <a:off x="11237679" y="2134766"/>
            <a:ext cx="5538144" cy="10564623"/>
          </a:xfrm>
          <a:prstGeom prst="roundRect">
            <a:avLst>
              <a:gd name="adj" fmla="val 14435"/>
            </a:avLst>
          </a:prstGeom>
          <a:solidFill>
            <a:srgbClr val="9F886C"/>
          </a:solidFill>
          <a:ln w="12700">
            <a:miter lim="400000"/>
          </a:ln>
        </p:spPr>
        <p:txBody>
          <a:bodyPr lIns="50799" tIns="50799" rIns="50799" bIns="50799" anchor="ctr"/>
          <a:lstStyle/>
          <a:p>
            <a:pPr algn="ctr" defTabSz="8255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201"/>
          </a:p>
        </p:txBody>
      </p:sp>
      <p:sp>
        <p:nvSpPr>
          <p:cNvPr id="274" name="Rounded Rectangle"/>
          <p:cNvSpPr/>
          <p:nvPr/>
        </p:nvSpPr>
        <p:spPr>
          <a:xfrm>
            <a:off x="13612976" y="2134766"/>
            <a:ext cx="5538146" cy="10564623"/>
          </a:xfrm>
          <a:prstGeom prst="roundRect">
            <a:avLst>
              <a:gd name="adj" fmla="val 14435"/>
            </a:avLst>
          </a:prstGeom>
          <a:solidFill>
            <a:srgbClr val="3E2F25"/>
          </a:solidFill>
          <a:ln w="12700">
            <a:miter lim="400000"/>
          </a:ln>
        </p:spPr>
        <p:txBody>
          <a:bodyPr lIns="50799" tIns="50799" rIns="50799" bIns="50799" anchor="ctr"/>
          <a:lstStyle/>
          <a:p>
            <a:pPr algn="ctr" defTabSz="8255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201"/>
          </a:p>
        </p:txBody>
      </p:sp>
      <p:sp>
        <p:nvSpPr>
          <p:cNvPr id="275" name="Rounded Rectangle"/>
          <p:cNvSpPr/>
          <p:nvPr/>
        </p:nvSpPr>
        <p:spPr>
          <a:xfrm>
            <a:off x="15941054" y="2134766"/>
            <a:ext cx="5538146" cy="10564623"/>
          </a:xfrm>
          <a:prstGeom prst="roundRect">
            <a:avLst>
              <a:gd name="adj" fmla="val 14435"/>
            </a:avLst>
          </a:prstGeom>
          <a:solidFill>
            <a:srgbClr val="85A6C4"/>
          </a:solidFill>
          <a:ln w="12700">
            <a:miter lim="400000"/>
          </a:ln>
        </p:spPr>
        <p:txBody>
          <a:bodyPr lIns="50799" tIns="50799" rIns="50799" bIns="50799" anchor="ctr"/>
          <a:lstStyle/>
          <a:p>
            <a:pPr algn="ctr" defTabSz="8255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201"/>
          </a:p>
        </p:txBody>
      </p:sp>
      <p:sp>
        <p:nvSpPr>
          <p:cNvPr id="276" name="Rounded Rectangle"/>
          <p:cNvSpPr/>
          <p:nvPr/>
        </p:nvSpPr>
        <p:spPr>
          <a:xfrm>
            <a:off x="18144036" y="2134766"/>
            <a:ext cx="5133541" cy="10564623"/>
          </a:xfrm>
          <a:prstGeom prst="roundRect">
            <a:avLst>
              <a:gd name="adj" fmla="val 15573"/>
            </a:avLst>
          </a:prstGeom>
          <a:solidFill>
            <a:srgbClr val="552816"/>
          </a:solidFill>
          <a:ln w="12700">
            <a:miter lim="400000"/>
          </a:ln>
        </p:spPr>
        <p:txBody>
          <a:bodyPr lIns="50799" tIns="50799" rIns="50799" bIns="50799" anchor="ctr"/>
          <a:lstStyle/>
          <a:p>
            <a:pPr algn="ctr" defTabSz="8255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201"/>
          </a:p>
        </p:txBody>
      </p:sp>
      <p:sp>
        <p:nvSpPr>
          <p:cNvPr id="277" name="Rounded Rectangle"/>
          <p:cNvSpPr/>
          <p:nvPr/>
        </p:nvSpPr>
        <p:spPr>
          <a:xfrm>
            <a:off x="20472332" y="2134766"/>
            <a:ext cx="3103356" cy="10564623"/>
          </a:xfrm>
          <a:prstGeom prst="roundRect">
            <a:avLst>
              <a:gd name="adj" fmla="val 25761"/>
            </a:avLst>
          </a:prstGeom>
          <a:solidFill>
            <a:srgbClr val="000000"/>
          </a:solidFill>
          <a:ln w="12700">
            <a:miter lim="400000"/>
          </a:ln>
        </p:spPr>
        <p:txBody>
          <a:bodyPr lIns="50799" tIns="50799" rIns="50799" bIns="50799" anchor="ctr"/>
          <a:lstStyle/>
          <a:p>
            <a:pPr algn="ctr" defTabSz="8255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201"/>
          </a:p>
        </p:txBody>
      </p:sp>
      <p:sp>
        <p:nvSpPr>
          <p:cNvPr id="278" name="#fff4e3       CMYK 0-3-10-0        RGB 255-244-227        Cream"/>
          <p:cNvSpPr txBox="1"/>
          <p:nvPr/>
        </p:nvSpPr>
        <p:spPr>
          <a:xfrm>
            <a:off x="7544710" y="2607912"/>
            <a:ext cx="590154" cy="9663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eaVert" lIns="50799" tIns="50799" rIns="50799" bIns="50799" anchor="b"/>
          <a:lstStyle>
            <a:lvl1pPr algn="ctr">
              <a:defRPr sz="2400">
                <a:solidFill>
                  <a:srgbClr val="3E2F25"/>
                </a:solidFill>
                <a:latin typeface="Libre Baskerville"/>
                <a:ea typeface="Libre Baskerville"/>
                <a:cs typeface="Libre Baskerville"/>
                <a:sym typeface="Libre Baskerville"/>
              </a:defRPr>
            </a:lvl1pPr>
          </a:lstStyle>
          <a:p>
            <a:r>
              <a:rPr sz="2401" dirty="0"/>
              <a:t>#fff4e3       CMYK 0-3-10-0        RGB 255-244-227        Cream     </a:t>
            </a:r>
          </a:p>
        </p:txBody>
      </p:sp>
      <p:sp>
        <p:nvSpPr>
          <p:cNvPr id="279" name="#cbb89d      CMYK 21-25-39-0       RGB 203-184-157       Beige"/>
          <p:cNvSpPr txBox="1"/>
          <p:nvPr/>
        </p:nvSpPr>
        <p:spPr>
          <a:xfrm>
            <a:off x="9391602" y="2709513"/>
            <a:ext cx="590156" cy="9663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eaVert" lIns="50799" tIns="50799" rIns="50799" bIns="50799" anchor="b"/>
          <a:lstStyle>
            <a:lvl1pPr algn="ctr">
              <a:defRPr sz="2400">
                <a:solidFill>
                  <a:srgbClr val="3E2F25"/>
                </a:solidFill>
                <a:latin typeface="Libre Baskerville"/>
                <a:ea typeface="Libre Baskerville"/>
                <a:cs typeface="Libre Baskerville"/>
                <a:sym typeface="Libre Baskerville"/>
              </a:defRPr>
            </a:lvl1pPr>
          </a:lstStyle>
          <a:p>
            <a:r>
              <a:rPr sz="2401"/>
              <a:t>#cbb89d      CMYK 21-25-39-0       RGB 203-184-157       Beige     </a:t>
            </a:r>
          </a:p>
        </p:txBody>
      </p:sp>
      <p:sp>
        <p:nvSpPr>
          <p:cNvPr id="280" name="#806044      CMYK 41-56-74-25       RGB 128-96-68        Sepia"/>
          <p:cNvSpPr txBox="1"/>
          <p:nvPr/>
        </p:nvSpPr>
        <p:spPr>
          <a:xfrm>
            <a:off x="11578897" y="2709513"/>
            <a:ext cx="590156" cy="9663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eaVert" lIns="50799" tIns="50799" rIns="50799" bIns="50799" anchor="b"/>
          <a:lstStyle>
            <a:lvl1pPr algn="ctr">
              <a:defRPr sz="2400">
                <a:solidFill>
                  <a:srgbClr val="FFFFFF"/>
                </a:solidFill>
                <a:latin typeface="Libre Baskerville"/>
                <a:ea typeface="Libre Baskerville"/>
                <a:cs typeface="Libre Baskerville"/>
                <a:sym typeface="Libre Baskerville"/>
              </a:defRPr>
            </a:lvl1pPr>
          </a:lstStyle>
          <a:p>
            <a:r>
              <a:rPr sz="2401"/>
              <a:t>#806044      CMYK 41-56-74-25       RGB 128-96-68        Sepia     </a:t>
            </a:r>
          </a:p>
        </p:txBody>
      </p:sp>
      <p:sp>
        <p:nvSpPr>
          <p:cNvPr id="281" name="#412f26       CMYK 54-66-72-62        RGB 65-47-38        Coffee"/>
          <p:cNvSpPr txBox="1"/>
          <p:nvPr/>
        </p:nvSpPr>
        <p:spPr>
          <a:xfrm>
            <a:off x="13979187" y="2773013"/>
            <a:ext cx="590154" cy="9663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eaVert" lIns="50799" tIns="50799" rIns="50799" bIns="50799" anchor="b"/>
          <a:lstStyle>
            <a:lvl1pPr algn="ctr">
              <a:defRPr sz="2400">
                <a:solidFill>
                  <a:srgbClr val="FFFFFF"/>
                </a:solidFill>
                <a:latin typeface="Libre Baskerville"/>
                <a:ea typeface="Libre Baskerville"/>
                <a:cs typeface="Libre Baskerville"/>
                <a:sym typeface="Libre Baskerville"/>
              </a:defRPr>
            </a:lvl1pPr>
          </a:lstStyle>
          <a:p>
            <a:r>
              <a:rPr sz="2401"/>
              <a:t>#412f26       CMYK 54-66-72-62        RGB 65-47-38        Coffee     </a:t>
            </a:r>
          </a:p>
        </p:txBody>
      </p:sp>
      <p:sp>
        <p:nvSpPr>
          <p:cNvPr id="282" name="#7ca7c7      CMYK 38-16-0-22       RGB 124-167-199       Mellow"/>
          <p:cNvSpPr txBox="1"/>
          <p:nvPr/>
        </p:nvSpPr>
        <p:spPr>
          <a:xfrm>
            <a:off x="16297472" y="2785713"/>
            <a:ext cx="590156" cy="9663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eaVert" lIns="50799" tIns="50799" rIns="50799" bIns="50799" anchor="b"/>
          <a:lstStyle>
            <a:lvl1pPr algn="ctr">
              <a:defRPr sz="2400">
                <a:solidFill>
                  <a:srgbClr val="FFFFFF"/>
                </a:solidFill>
                <a:latin typeface="Libre Baskerville"/>
                <a:ea typeface="Libre Baskerville"/>
                <a:cs typeface="Libre Baskerville"/>
                <a:sym typeface="Libre Baskerville"/>
              </a:defRPr>
            </a:lvl1pPr>
          </a:lstStyle>
          <a:p>
            <a:r>
              <a:rPr sz="2401"/>
              <a:t>#7ca7c7      CMYK 38-16-0-22       RGB 124-167-199       Mellow     </a:t>
            </a:r>
          </a:p>
        </p:txBody>
      </p:sp>
      <p:sp>
        <p:nvSpPr>
          <p:cNvPr id="283" name="#5d2510      CMYK 37-82-93-55       RGB 93-37-16       Magenta"/>
          <p:cNvSpPr txBox="1"/>
          <p:nvPr/>
        </p:nvSpPr>
        <p:spPr>
          <a:xfrm>
            <a:off x="18518659" y="2633313"/>
            <a:ext cx="590154" cy="98155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eaVert" lIns="50799" tIns="50799" rIns="50799" bIns="50799" anchor="b"/>
          <a:lstStyle>
            <a:lvl1pPr algn="ctr">
              <a:defRPr sz="2400">
                <a:solidFill>
                  <a:srgbClr val="FFFFFF"/>
                </a:solidFill>
                <a:latin typeface="Libre Baskerville"/>
                <a:ea typeface="Libre Baskerville"/>
                <a:cs typeface="Libre Baskerville"/>
                <a:sym typeface="Libre Baskerville"/>
              </a:defRPr>
            </a:lvl1pPr>
          </a:lstStyle>
          <a:p>
            <a:r>
              <a:rPr sz="2401"/>
              <a:t>#5d2510      CMYK 37-82-93-55       RGB 93-37-16       Magenta     </a:t>
            </a:r>
          </a:p>
        </p:txBody>
      </p:sp>
      <p:sp>
        <p:nvSpPr>
          <p:cNvPr id="284" name="#000000       CMYK 75-68-67-90        RGB 0-0-0              Black"/>
          <p:cNvSpPr txBox="1"/>
          <p:nvPr/>
        </p:nvSpPr>
        <p:spPr>
          <a:xfrm>
            <a:off x="20889047" y="2620614"/>
            <a:ext cx="590154" cy="98155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eaVert" lIns="50799" tIns="50799" rIns="50799" bIns="50799" anchor="b"/>
          <a:lstStyle>
            <a:lvl1pPr algn="ctr">
              <a:defRPr sz="2400">
                <a:solidFill>
                  <a:srgbClr val="FFFFFF"/>
                </a:solidFill>
                <a:latin typeface="Libre Baskerville"/>
                <a:ea typeface="Libre Baskerville"/>
                <a:cs typeface="Libre Baskerville"/>
                <a:sym typeface="Libre Baskerville"/>
              </a:defRPr>
            </a:lvl1pPr>
          </a:lstStyle>
          <a:p>
            <a:r>
              <a:rPr sz="2401"/>
              <a:t>#000000       CMYK 75-68-67-90        RGB 0-0-0              Black     </a:t>
            </a:r>
          </a:p>
        </p:txBody>
      </p:sp>
      <p:pic>
        <p:nvPicPr>
          <p:cNvPr id="285" name="Logo White.png" descr="Logo White.png"/>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885229" y="764248"/>
            <a:ext cx="590170" cy="620336"/>
          </a:xfrm>
          <a:prstGeom prst="rect">
            <a:avLst/>
          </a:prstGeom>
          <a:ln w="12700">
            <a:miter lim="400000"/>
          </a:ln>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9F3"/>
        </a:solidFill>
        <a:effectLst/>
      </p:bgPr>
    </p:bg>
    <p:spTree>
      <p:nvGrpSpPr>
        <p:cNvPr id="1" name=""/>
        <p:cNvGrpSpPr/>
        <p:nvPr/>
      </p:nvGrpSpPr>
      <p:grpSpPr>
        <a:xfrm>
          <a:off x="0" y="0"/>
          <a:ext cx="0" cy="0"/>
          <a:chOff x="0" y="0"/>
          <a:chExt cx="0" cy="0"/>
        </a:xfrm>
      </p:grpSpPr>
      <p:sp>
        <p:nvSpPr>
          <p:cNvPr id="287" name="Line"/>
          <p:cNvSpPr/>
          <p:nvPr/>
        </p:nvSpPr>
        <p:spPr>
          <a:xfrm>
            <a:off x="7145545" y="635243"/>
            <a:ext cx="16678081" cy="0"/>
          </a:xfrm>
          <a:prstGeom prst="line">
            <a:avLst/>
          </a:prstGeom>
          <a:ln w="25400">
            <a:solidFill>
              <a:srgbClr val="D5D5D5"/>
            </a:solidFill>
            <a:miter lim="400000"/>
          </a:ln>
        </p:spPr>
        <p:txBody>
          <a:bodyPr lIns="50799" tIns="50799" rIns="50799" bIns="50799" anchor="ctr"/>
          <a:lstStyle/>
          <a:p>
            <a:endParaRPr sz="2401"/>
          </a:p>
        </p:txBody>
      </p:sp>
      <p:sp>
        <p:nvSpPr>
          <p:cNvPr id="288" name="Luna Studio"/>
          <p:cNvSpPr txBox="1"/>
          <p:nvPr/>
        </p:nvSpPr>
        <p:spPr>
          <a:xfrm>
            <a:off x="7176227" y="765309"/>
            <a:ext cx="155170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Luna Studio</a:t>
            </a:r>
          </a:p>
        </p:txBody>
      </p:sp>
      <p:sp>
        <p:nvSpPr>
          <p:cNvPr id="289" name="www.lunastudio.com"/>
          <p:cNvSpPr txBox="1"/>
          <p:nvPr/>
        </p:nvSpPr>
        <p:spPr>
          <a:xfrm>
            <a:off x="14313193" y="778010"/>
            <a:ext cx="2584039"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www.lunastudio.com</a:t>
            </a:r>
          </a:p>
        </p:txBody>
      </p:sp>
      <p:sp>
        <p:nvSpPr>
          <p:cNvPr id="290" name="October 2025"/>
          <p:cNvSpPr txBox="1"/>
          <p:nvPr/>
        </p:nvSpPr>
        <p:spPr>
          <a:xfrm>
            <a:off x="22150907" y="765309"/>
            <a:ext cx="1723227"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October 2025</a:t>
            </a:r>
          </a:p>
        </p:txBody>
      </p:sp>
      <p:sp>
        <p:nvSpPr>
          <p:cNvPr id="292" name="Brand Guideline"/>
          <p:cNvSpPr txBox="1"/>
          <p:nvPr/>
        </p:nvSpPr>
        <p:spPr>
          <a:xfrm>
            <a:off x="7176226" y="1115770"/>
            <a:ext cx="2064666"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Brand Guideline</a:t>
            </a:r>
          </a:p>
        </p:txBody>
      </p:sp>
      <p:sp>
        <p:nvSpPr>
          <p:cNvPr id="293" name="info@lunastudio.com"/>
          <p:cNvSpPr txBox="1"/>
          <p:nvPr/>
        </p:nvSpPr>
        <p:spPr>
          <a:xfrm>
            <a:off x="14323114" y="1128471"/>
            <a:ext cx="265136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info@lunastudio.com</a:t>
            </a:r>
          </a:p>
        </p:txBody>
      </p:sp>
      <p:pic>
        <p:nvPicPr>
          <p:cNvPr id="294" name="Logo Icon.png" descr="Logo Icon.png"/>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885229" y="764248"/>
            <a:ext cx="590170" cy="620336"/>
          </a:xfrm>
          <a:prstGeom prst="rect">
            <a:avLst/>
          </a:prstGeom>
          <a:ln w="12700">
            <a:miter lim="400000"/>
          </a:ln>
        </p:spPr>
      </p:pic>
      <p:sp>
        <p:nvSpPr>
          <p:cNvPr id="295" name="The typographic DNA of the Luna Studio — a pairing that communicates warmth, clarity, and quiet confidence. The typography blends a classic and modern serif, it is designed for stillness, expressing a sense of elegant, breathable, and human."/>
          <p:cNvSpPr txBox="1"/>
          <p:nvPr/>
        </p:nvSpPr>
        <p:spPr>
          <a:xfrm>
            <a:off x="811739" y="10545013"/>
            <a:ext cx="5632617" cy="21171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t">
            <a:spAutoFit/>
          </a:bodyPr>
          <a:lstStyle>
            <a:lvl1pPr defTabSz="457200">
              <a:lnSpc>
                <a:spcPct val="100000"/>
              </a:lnSpc>
              <a:spcBef>
                <a:spcPts val="0"/>
              </a:spcBef>
              <a:defRPr sz="2000">
                <a:latin typeface="Libre Baskerville"/>
                <a:ea typeface="Libre Baskerville"/>
                <a:cs typeface="Libre Baskerville"/>
                <a:sym typeface="Libre Baskerville"/>
              </a:defRPr>
            </a:lvl1pPr>
          </a:lstStyle>
          <a:p>
            <a:pPr>
              <a:lnSpc>
                <a:spcPct val="110000"/>
              </a:lnSpc>
              <a:spcAft>
                <a:spcPts val="1500"/>
              </a:spcAft>
              <a:defRPr sz="2000">
                <a:solidFill>
                  <a:srgbClr val="FFFFFF"/>
                </a:solidFill>
                <a:latin typeface="Libre Baskerville"/>
                <a:ea typeface="Libre Baskerville"/>
                <a:cs typeface="Libre Baskerville"/>
                <a:sym typeface="Libre Baskerville"/>
              </a:defRPr>
            </a:pPr>
            <a:r>
              <a:rPr sz="2001" dirty="0">
                <a:solidFill>
                  <a:srgbClr val="7B6047"/>
                </a:solidFill>
              </a:rPr>
              <a:t>The typographic DNA of the Luna Studio — a pairing that communicates warmth, clarity, and quiet confidence. The typography blends a classic and modern serif, it is designed for stillness, expressing a sense of elegant, breathable, and human.</a:t>
            </a:r>
          </a:p>
        </p:txBody>
      </p:sp>
      <p:sp>
        <p:nvSpPr>
          <p:cNvPr id="296" name="Type Hierarchy"/>
          <p:cNvSpPr txBox="1"/>
          <p:nvPr/>
        </p:nvSpPr>
        <p:spPr>
          <a:xfrm>
            <a:off x="848891" y="9600203"/>
            <a:ext cx="2922273" cy="5182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3000" i="1">
                <a:solidFill>
                  <a:srgbClr val="7B6047"/>
                </a:solidFill>
                <a:latin typeface="Libre Baskerville"/>
                <a:ea typeface="Libre Baskerville"/>
                <a:cs typeface="Libre Baskerville"/>
                <a:sym typeface="Libre Baskerville"/>
              </a:defRPr>
            </a:lvl1pPr>
          </a:lstStyle>
          <a:p>
            <a:r>
              <a:rPr sz="3001"/>
              <a:t>Type Hierarchy</a:t>
            </a:r>
          </a:p>
        </p:txBody>
      </p:sp>
      <p:sp>
        <p:nvSpPr>
          <p:cNvPr id="297" name="Line"/>
          <p:cNvSpPr/>
          <p:nvPr/>
        </p:nvSpPr>
        <p:spPr>
          <a:xfrm>
            <a:off x="848892" y="10296257"/>
            <a:ext cx="5595464" cy="0"/>
          </a:xfrm>
          <a:prstGeom prst="line">
            <a:avLst/>
          </a:prstGeom>
          <a:ln w="25400">
            <a:solidFill>
              <a:srgbClr val="7B6047"/>
            </a:solidFill>
            <a:miter lim="400000"/>
          </a:ln>
        </p:spPr>
        <p:txBody>
          <a:bodyPr lIns="50799" tIns="50799" rIns="50799" bIns="50799" anchor="ctr"/>
          <a:lstStyle/>
          <a:p>
            <a:endParaRPr sz="2401"/>
          </a:p>
        </p:txBody>
      </p:sp>
      <p:sp>
        <p:nvSpPr>
          <p:cNvPr id="298" name="Typography"/>
          <p:cNvSpPr txBox="1"/>
          <p:nvPr/>
        </p:nvSpPr>
        <p:spPr>
          <a:xfrm>
            <a:off x="729548" y="6310940"/>
            <a:ext cx="4203101" cy="305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799" tIns="50799" rIns="50799" bIns="50799" anchor="ctr">
            <a:spAutoFit/>
          </a:bodyPr>
          <a:lstStyle>
            <a:lvl1pPr>
              <a:lnSpc>
                <a:spcPct val="10000"/>
              </a:lnSpc>
              <a:defRPr sz="4500">
                <a:latin typeface="Libre Baskerville"/>
                <a:ea typeface="Libre Baskerville"/>
                <a:cs typeface="Libre Baskerville"/>
                <a:sym typeface="Libre Baskerville"/>
              </a:defRPr>
            </a:lvl1pPr>
          </a:lstStyle>
          <a:p>
            <a:r>
              <a:rPr sz="4501"/>
              <a:t>Typography</a:t>
            </a:r>
          </a:p>
        </p:txBody>
      </p:sp>
      <p:sp>
        <p:nvSpPr>
          <p:cNvPr id="299" name="Aa"/>
          <p:cNvSpPr txBox="1"/>
          <p:nvPr/>
        </p:nvSpPr>
        <p:spPr>
          <a:xfrm>
            <a:off x="14892153" y="2744624"/>
            <a:ext cx="2143213" cy="1764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20000">
                <a:latin typeface="Recoleta Regular DEMO"/>
                <a:ea typeface="Recoleta Regular DEMO"/>
                <a:cs typeface="Recoleta Regular DEMO"/>
                <a:sym typeface="Recoleta Regular DEMO"/>
              </a:defRPr>
            </a:lvl1pPr>
          </a:lstStyle>
          <a:p>
            <a:pPr algn="just"/>
            <a:r>
              <a:rPr sz="12001" dirty="0">
                <a:solidFill>
                  <a:srgbClr val="1A1A1A"/>
                </a:solidFill>
                <a:latin typeface="Libre Baskerville"/>
                <a:sym typeface="Libre Baskerville"/>
              </a:rPr>
              <a:t>Aa</a:t>
            </a:r>
          </a:p>
        </p:txBody>
      </p:sp>
      <p:sp>
        <p:nvSpPr>
          <p:cNvPr id="300" name="ABCDEFGHIJKLMNOPQRSTUVWXYZ…"/>
          <p:cNvSpPr txBox="1"/>
          <p:nvPr/>
        </p:nvSpPr>
        <p:spPr>
          <a:xfrm>
            <a:off x="14806505" y="7821529"/>
            <a:ext cx="8064706" cy="14843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p>
            <a:pPr>
              <a:lnSpc>
                <a:spcPct val="10000"/>
              </a:lnSpc>
              <a:defRPr sz="3000">
                <a:solidFill>
                  <a:srgbClr val="3E2F25"/>
                </a:solidFill>
                <a:latin typeface="Libre Baskerville"/>
                <a:ea typeface="Libre Baskerville"/>
                <a:cs typeface="Libre Baskerville"/>
                <a:sym typeface="Libre Baskerville"/>
              </a:defRPr>
            </a:pPr>
            <a:r>
              <a:rPr sz="3001" dirty="0"/>
              <a:t>ABCDEFGHIJKLMNOPQRSTUVWXYZ</a:t>
            </a:r>
          </a:p>
          <a:p>
            <a:pPr>
              <a:lnSpc>
                <a:spcPct val="10000"/>
              </a:lnSpc>
              <a:defRPr sz="3000">
                <a:solidFill>
                  <a:srgbClr val="3E2F25"/>
                </a:solidFill>
                <a:latin typeface="Libre Baskerville"/>
                <a:ea typeface="Libre Baskerville"/>
                <a:cs typeface="Libre Baskerville"/>
                <a:sym typeface="Libre Baskerville"/>
              </a:defRPr>
            </a:pPr>
            <a:r>
              <a:rPr sz="3001" dirty="0" err="1"/>
              <a:t>abcdefghijklmnopqrstuvwxyz</a:t>
            </a:r>
            <a:endParaRPr sz="3001" dirty="0"/>
          </a:p>
          <a:p>
            <a:pPr>
              <a:lnSpc>
                <a:spcPct val="10000"/>
              </a:lnSpc>
              <a:defRPr sz="3000">
                <a:solidFill>
                  <a:srgbClr val="3E2F25"/>
                </a:solidFill>
                <a:latin typeface="Libre Baskerville"/>
                <a:ea typeface="Libre Baskerville"/>
                <a:cs typeface="Libre Baskerville"/>
                <a:sym typeface="Libre Baskerville"/>
              </a:defRPr>
            </a:pPr>
            <a:r>
              <a:rPr sz="3001" dirty="0"/>
              <a:t>1234567890@#$%^?{&amp;}*</a:t>
            </a:r>
          </a:p>
        </p:txBody>
      </p:sp>
      <p:sp>
        <p:nvSpPr>
          <p:cNvPr id="301" name="ABCDEFGHIJKLMNOPQRSTUVWXYZ…"/>
          <p:cNvSpPr txBox="1"/>
          <p:nvPr/>
        </p:nvSpPr>
        <p:spPr>
          <a:xfrm>
            <a:off x="14794191" y="10889652"/>
            <a:ext cx="7708840" cy="14843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p>
            <a:pPr>
              <a:lnSpc>
                <a:spcPct val="10000"/>
              </a:lnSpc>
              <a:defRPr sz="3000" i="1">
                <a:solidFill>
                  <a:srgbClr val="9F886C"/>
                </a:solidFill>
                <a:latin typeface="Libre Baskerville"/>
                <a:ea typeface="Libre Baskerville"/>
                <a:cs typeface="Libre Baskerville"/>
                <a:sym typeface="Libre Baskerville"/>
              </a:defRPr>
            </a:pPr>
            <a:r>
              <a:rPr sz="3001"/>
              <a:t>ABCDEFGHIJKLMNOPQRSTUVWXYZ</a:t>
            </a:r>
          </a:p>
          <a:p>
            <a:pPr>
              <a:lnSpc>
                <a:spcPct val="10000"/>
              </a:lnSpc>
              <a:defRPr sz="3000" i="1">
                <a:solidFill>
                  <a:srgbClr val="9F886C"/>
                </a:solidFill>
                <a:latin typeface="Libre Baskerville"/>
                <a:ea typeface="Libre Baskerville"/>
                <a:cs typeface="Libre Baskerville"/>
                <a:sym typeface="Libre Baskerville"/>
              </a:defRPr>
            </a:pPr>
            <a:r>
              <a:rPr sz="3001"/>
              <a:t>abcdefghijklmnopqrstuvwxyz</a:t>
            </a:r>
          </a:p>
          <a:p>
            <a:pPr>
              <a:lnSpc>
                <a:spcPct val="10000"/>
              </a:lnSpc>
              <a:defRPr sz="3000" i="1">
                <a:solidFill>
                  <a:srgbClr val="9F886C"/>
                </a:solidFill>
                <a:latin typeface="Libre Baskerville"/>
                <a:ea typeface="Libre Baskerville"/>
                <a:cs typeface="Libre Baskerville"/>
                <a:sym typeface="Libre Baskerville"/>
              </a:defRPr>
            </a:pPr>
            <a:r>
              <a:rPr sz="3001"/>
              <a:t>1234567890@#$%^?{&amp;}*</a:t>
            </a:r>
          </a:p>
        </p:txBody>
      </p:sp>
      <p:sp>
        <p:nvSpPr>
          <p:cNvPr id="302" name="A quick brown fox jump…"/>
          <p:cNvSpPr txBox="1"/>
          <p:nvPr/>
        </p:nvSpPr>
        <p:spPr>
          <a:xfrm>
            <a:off x="14892152" y="4509336"/>
            <a:ext cx="7771905" cy="1487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t">
            <a:spAutoFit/>
          </a:bodyPr>
          <a:lstStyle/>
          <a:p>
            <a:pPr>
              <a:lnSpc>
                <a:spcPct val="100000"/>
              </a:lnSpc>
              <a:defRPr sz="4500">
                <a:latin typeface="Recoleta Regular DEMO"/>
                <a:ea typeface="Recoleta Regular DEMO"/>
                <a:cs typeface="Recoleta Regular DEMO"/>
                <a:sym typeface="Recoleta Regular DEMO"/>
              </a:defRPr>
            </a:pPr>
            <a:r>
              <a:rPr lang="en-US" sz="4501" dirty="0">
                <a:solidFill>
                  <a:schemeClr val="tx1"/>
                </a:solidFill>
                <a:latin typeface="Libre Baskerville"/>
                <a:sym typeface="Libre Baskerville"/>
              </a:rPr>
              <a:t>The</a:t>
            </a:r>
            <a:r>
              <a:rPr sz="4501" dirty="0">
                <a:solidFill>
                  <a:schemeClr val="tx1"/>
                </a:solidFill>
                <a:latin typeface="Libre Baskerville"/>
                <a:sym typeface="Libre Baskerville"/>
              </a:rPr>
              <a:t> quick brown fox jump</a:t>
            </a:r>
            <a:r>
              <a:rPr lang="en-US" sz="4501" dirty="0">
                <a:solidFill>
                  <a:schemeClr val="tx1"/>
                </a:solidFill>
                <a:latin typeface="Libre Baskerville"/>
                <a:sym typeface="Libre Baskerville"/>
              </a:rPr>
              <a:t>s</a:t>
            </a:r>
            <a:r>
              <a:rPr sz="4501" dirty="0">
                <a:solidFill>
                  <a:schemeClr val="tx1"/>
                </a:solidFill>
                <a:latin typeface="Libre Baskerville"/>
                <a:sym typeface="Libre Baskerville"/>
              </a:rPr>
              <a:t> over the lazy dog</a:t>
            </a:r>
          </a:p>
        </p:txBody>
      </p:sp>
      <p:sp>
        <p:nvSpPr>
          <p:cNvPr id="303" name="Display Typeface…"/>
          <p:cNvSpPr txBox="1"/>
          <p:nvPr/>
        </p:nvSpPr>
        <p:spPr>
          <a:xfrm>
            <a:off x="9326368" y="4662836"/>
            <a:ext cx="2850642" cy="10259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799" tIns="50799" rIns="50799" bIns="50799" anchor="t">
            <a:spAutoFit/>
          </a:bodyPr>
          <a:lstStyle/>
          <a:p>
            <a:pPr>
              <a:lnSpc>
                <a:spcPct val="100000"/>
              </a:lnSpc>
              <a:spcBef>
                <a:spcPts val="0"/>
              </a:spcBef>
              <a:defRPr sz="4500">
                <a:latin typeface="Recoleta Regular DEMO"/>
                <a:ea typeface="Recoleta Regular DEMO"/>
                <a:cs typeface="Recoleta Regular DEMO"/>
                <a:sym typeface="Recoleta Regular DEMO"/>
              </a:defRPr>
            </a:pPr>
            <a:r>
              <a:rPr sz="2000" dirty="0">
                <a:solidFill>
                  <a:srgbClr val="3E3027"/>
                </a:solidFill>
                <a:latin typeface="Libre Baskerville"/>
              </a:rPr>
              <a:t>Display Typeface</a:t>
            </a:r>
          </a:p>
          <a:p>
            <a:pPr>
              <a:lnSpc>
                <a:spcPct val="100000"/>
              </a:lnSpc>
              <a:spcBef>
                <a:spcPts val="0"/>
              </a:spcBef>
              <a:defRPr sz="4500">
                <a:latin typeface="Recoleta Regular DEMO"/>
                <a:ea typeface="Recoleta Regular DEMO"/>
                <a:cs typeface="Recoleta Regular DEMO"/>
                <a:sym typeface="Recoleta Regular DEMO"/>
              </a:defRPr>
            </a:pPr>
            <a:r>
              <a:rPr lang="en-US" sz="2000" dirty="0">
                <a:solidFill>
                  <a:srgbClr val="3E3027"/>
                </a:solidFill>
                <a:latin typeface="Libre Baskerville"/>
              </a:rPr>
              <a:t>Libre Baskerville</a:t>
            </a:r>
          </a:p>
          <a:p>
            <a:pPr>
              <a:lnSpc>
                <a:spcPct val="100000"/>
              </a:lnSpc>
              <a:spcBef>
                <a:spcPts val="0"/>
              </a:spcBef>
              <a:defRPr sz="4500">
                <a:latin typeface="Recoleta Regular DEMO"/>
                <a:ea typeface="Recoleta Regular DEMO"/>
                <a:cs typeface="Recoleta Regular DEMO"/>
                <a:sym typeface="Recoleta Regular DEMO"/>
              </a:defRPr>
            </a:pPr>
            <a:r>
              <a:rPr lang="en-US" sz="2000" dirty="0">
                <a:solidFill>
                  <a:srgbClr val="3E3027"/>
                </a:solidFill>
                <a:latin typeface="Libre Baskerville"/>
              </a:rPr>
              <a:t>200</a:t>
            </a:r>
            <a:r>
              <a:rPr sz="2000" dirty="0">
                <a:solidFill>
                  <a:srgbClr val="3E3027"/>
                </a:solidFill>
                <a:latin typeface="Libre Baskerville"/>
              </a:rPr>
              <a:t>pt/</a:t>
            </a:r>
            <a:r>
              <a:rPr lang="en-US" sz="2000" dirty="0">
                <a:solidFill>
                  <a:srgbClr val="3E3027"/>
                </a:solidFill>
                <a:latin typeface="Libre Baskerville"/>
              </a:rPr>
              <a:t>120</a:t>
            </a:r>
            <a:r>
              <a:rPr sz="2000" dirty="0">
                <a:solidFill>
                  <a:srgbClr val="3E3027"/>
                </a:solidFill>
                <a:latin typeface="Libre Baskerville"/>
              </a:rPr>
              <a:t>pt/</a:t>
            </a:r>
            <a:r>
              <a:rPr lang="en-US" sz="2000" dirty="0">
                <a:solidFill>
                  <a:srgbClr val="3E3027"/>
                </a:solidFill>
                <a:latin typeface="Libre Baskerville"/>
              </a:rPr>
              <a:t>45</a:t>
            </a:r>
            <a:r>
              <a:rPr sz="2000" dirty="0">
                <a:solidFill>
                  <a:srgbClr val="3E3027"/>
                </a:solidFill>
                <a:latin typeface="Libre Baskerville"/>
              </a:rPr>
              <a:t>pt</a:t>
            </a:r>
          </a:p>
        </p:txBody>
      </p:sp>
      <p:sp>
        <p:nvSpPr>
          <p:cNvPr id="304" name="Body Typeface…"/>
          <p:cNvSpPr txBox="1"/>
          <p:nvPr/>
        </p:nvSpPr>
        <p:spPr>
          <a:xfrm>
            <a:off x="9326368" y="7715236"/>
            <a:ext cx="2850642" cy="1026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799" tIns="50799" rIns="50799" bIns="50799" anchor="ctr">
            <a:spAutoFit/>
          </a:bodyPr>
          <a:lstStyle/>
          <a:p>
            <a:pPr defTabSz="457222">
              <a:lnSpc>
                <a:spcPct val="100000"/>
              </a:lnSpc>
              <a:spcBef>
                <a:spcPts val="0"/>
              </a:spcBef>
              <a:defRPr sz="2000">
                <a:solidFill>
                  <a:srgbClr val="3E2F25"/>
                </a:solidFill>
                <a:latin typeface="Libre Baskerville"/>
                <a:ea typeface="Libre Baskerville"/>
                <a:cs typeface="Libre Baskerville"/>
                <a:sym typeface="Libre Baskerville"/>
              </a:defRPr>
            </a:pPr>
            <a:r>
              <a:rPr sz="2001" dirty="0"/>
              <a:t>Body Typeface</a:t>
            </a:r>
          </a:p>
          <a:p>
            <a:pPr defTabSz="457222">
              <a:lnSpc>
                <a:spcPct val="100000"/>
              </a:lnSpc>
              <a:spcBef>
                <a:spcPts val="0"/>
              </a:spcBef>
              <a:defRPr sz="2000">
                <a:solidFill>
                  <a:srgbClr val="3E2F25"/>
                </a:solidFill>
                <a:latin typeface="Libre Baskerville"/>
                <a:ea typeface="Libre Baskerville"/>
                <a:cs typeface="Libre Baskerville"/>
                <a:sym typeface="Libre Baskerville"/>
              </a:defRPr>
            </a:pPr>
            <a:r>
              <a:rPr sz="2001" dirty="0"/>
              <a:t>Libre Baskerville</a:t>
            </a:r>
          </a:p>
          <a:p>
            <a:pPr defTabSz="457222">
              <a:lnSpc>
                <a:spcPct val="100000"/>
              </a:lnSpc>
              <a:spcBef>
                <a:spcPts val="0"/>
              </a:spcBef>
              <a:defRPr sz="2000">
                <a:solidFill>
                  <a:srgbClr val="3E2F25"/>
                </a:solidFill>
                <a:latin typeface="Libre Baskerville"/>
                <a:ea typeface="Libre Baskerville"/>
                <a:cs typeface="Libre Baskerville"/>
                <a:sym typeface="Libre Baskerville"/>
              </a:defRPr>
            </a:pPr>
            <a:r>
              <a:rPr lang="en-US" sz="2001" dirty="0"/>
              <a:t>24</a:t>
            </a:r>
            <a:r>
              <a:rPr sz="2001" dirty="0"/>
              <a:t>pt/20pt/18pt</a:t>
            </a:r>
          </a:p>
        </p:txBody>
      </p:sp>
      <p:sp>
        <p:nvSpPr>
          <p:cNvPr id="305" name="Accent Style…"/>
          <p:cNvSpPr txBox="1"/>
          <p:nvPr/>
        </p:nvSpPr>
        <p:spPr>
          <a:xfrm>
            <a:off x="9326368" y="10742268"/>
            <a:ext cx="2850642" cy="1026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799" tIns="50799" rIns="50799" bIns="50799" anchor="ctr">
            <a:spAutoFit/>
          </a:bodyPr>
          <a:lstStyle/>
          <a:p>
            <a:pPr defTabSz="457222">
              <a:lnSpc>
                <a:spcPct val="100000"/>
              </a:lnSpc>
              <a:spcBef>
                <a:spcPts val="0"/>
              </a:spcBef>
              <a:defRPr sz="2000" i="1">
                <a:solidFill>
                  <a:srgbClr val="9F886C"/>
                </a:solidFill>
                <a:latin typeface="Libre Baskerville"/>
                <a:ea typeface="Libre Baskerville"/>
                <a:cs typeface="Libre Baskerville"/>
                <a:sym typeface="Libre Baskerville"/>
              </a:defRPr>
            </a:pPr>
            <a:r>
              <a:rPr sz="2001" dirty="0"/>
              <a:t>Accent Style</a:t>
            </a:r>
          </a:p>
          <a:p>
            <a:pPr defTabSz="457222">
              <a:lnSpc>
                <a:spcPct val="100000"/>
              </a:lnSpc>
              <a:spcBef>
                <a:spcPts val="0"/>
              </a:spcBef>
              <a:defRPr sz="2000" i="1">
                <a:solidFill>
                  <a:srgbClr val="9F886C"/>
                </a:solidFill>
                <a:latin typeface="Libre Baskerville"/>
                <a:ea typeface="Libre Baskerville"/>
                <a:cs typeface="Libre Baskerville"/>
                <a:sym typeface="Libre Baskerville"/>
              </a:defRPr>
            </a:pPr>
            <a:r>
              <a:rPr sz="2001" dirty="0"/>
              <a:t>Libre Baskerville Italic</a:t>
            </a:r>
          </a:p>
          <a:p>
            <a:pPr defTabSz="457222">
              <a:lnSpc>
                <a:spcPct val="100000"/>
              </a:lnSpc>
              <a:spcBef>
                <a:spcPts val="0"/>
              </a:spcBef>
              <a:defRPr sz="2000" i="1">
                <a:solidFill>
                  <a:srgbClr val="9F886C"/>
                </a:solidFill>
                <a:latin typeface="Libre Baskerville"/>
                <a:ea typeface="Libre Baskerville"/>
                <a:cs typeface="Libre Baskerville"/>
                <a:sym typeface="Libre Baskerville"/>
              </a:defRPr>
            </a:pPr>
            <a:r>
              <a:rPr sz="2001" dirty="0"/>
              <a:t>24pt/20pt/18pt</a:t>
            </a:r>
          </a:p>
        </p:txBody>
      </p:sp>
      <p:sp>
        <p:nvSpPr>
          <p:cNvPr id="2" name="LUNA">
            <a:extLst>
              <a:ext uri="{FF2B5EF4-FFF2-40B4-BE49-F238E27FC236}">
                <a16:creationId xmlns:a16="http://schemas.microsoft.com/office/drawing/2014/main" id="{0F9B690F-B9F2-7EF3-274E-91FDF150DEEA}"/>
              </a:ext>
            </a:extLst>
          </p:cNvPr>
          <p:cNvSpPr txBox="1"/>
          <p:nvPr/>
        </p:nvSpPr>
        <p:spPr>
          <a:xfrm>
            <a:off x="1543498" y="694728"/>
            <a:ext cx="2651365" cy="8101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ctr">
            <a:spAutoFit/>
          </a:bodyPr>
          <a:lstStyle>
            <a:lvl1pPr>
              <a:defRPr sz="5000">
                <a:latin typeface="Recoleta Regular DEMO"/>
                <a:ea typeface="Recoleta Regular DEMO"/>
                <a:cs typeface="Recoleta Regular DEMO"/>
                <a:sym typeface="Recoleta Regular DEMO"/>
              </a:defRPr>
            </a:lvl1pPr>
          </a:lstStyle>
          <a:p>
            <a:r>
              <a:rPr sz="5001" dirty="0">
                <a:latin typeface="DM Serif Display" pitchFamily="2" charset="0"/>
              </a:rPr>
              <a:t>LUNA</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9B8E7C"/>
        </a:solidFill>
        <a:effectLst/>
      </p:bgPr>
    </p:bg>
    <p:spTree>
      <p:nvGrpSpPr>
        <p:cNvPr id="1" name=""/>
        <p:cNvGrpSpPr/>
        <p:nvPr/>
      </p:nvGrpSpPr>
      <p:grpSpPr>
        <a:xfrm>
          <a:off x="0" y="0"/>
          <a:ext cx="0" cy="0"/>
          <a:chOff x="0" y="0"/>
          <a:chExt cx="0" cy="0"/>
        </a:xfrm>
      </p:grpSpPr>
      <p:sp>
        <p:nvSpPr>
          <p:cNvPr id="307" name="Rectangle"/>
          <p:cNvSpPr/>
          <p:nvPr/>
        </p:nvSpPr>
        <p:spPr>
          <a:xfrm>
            <a:off x="6559213" y="243"/>
            <a:ext cx="17850741" cy="13715518"/>
          </a:xfrm>
          <a:prstGeom prst="rect">
            <a:avLst/>
          </a:prstGeom>
          <a:solidFill>
            <a:srgbClr val="3E2F25"/>
          </a:solidFill>
          <a:ln w="12700">
            <a:miter lim="400000"/>
          </a:ln>
        </p:spPr>
        <p:txBody>
          <a:bodyPr lIns="50799" tIns="50799" rIns="50799" bIns="50799" anchor="ctr"/>
          <a:lstStyle/>
          <a:p>
            <a:pPr algn="ctr" defTabSz="8255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201"/>
          </a:p>
        </p:txBody>
      </p:sp>
      <p:sp>
        <p:nvSpPr>
          <p:cNvPr id="308" name="Line"/>
          <p:cNvSpPr/>
          <p:nvPr/>
        </p:nvSpPr>
        <p:spPr>
          <a:xfrm>
            <a:off x="7145545" y="635243"/>
            <a:ext cx="16678081" cy="0"/>
          </a:xfrm>
          <a:prstGeom prst="line">
            <a:avLst/>
          </a:prstGeom>
          <a:ln w="25400">
            <a:solidFill>
              <a:srgbClr val="D5D5D5"/>
            </a:solidFill>
            <a:miter lim="400000"/>
          </a:ln>
        </p:spPr>
        <p:txBody>
          <a:bodyPr lIns="50799" tIns="50799" rIns="50799" bIns="50799" anchor="ctr"/>
          <a:lstStyle/>
          <a:p>
            <a:endParaRPr sz="2401"/>
          </a:p>
        </p:txBody>
      </p:sp>
      <p:sp>
        <p:nvSpPr>
          <p:cNvPr id="309" name="Luna Studio"/>
          <p:cNvSpPr txBox="1"/>
          <p:nvPr/>
        </p:nvSpPr>
        <p:spPr>
          <a:xfrm>
            <a:off x="7176227" y="765309"/>
            <a:ext cx="155170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Luna Studio</a:t>
            </a:r>
          </a:p>
        </p:txBody>
      </p:sp>
      <p:sp>
        <p:nvSpPr>
          <p:cNvPr id="310" name="www.lunastudio.com"/>
          <p:cNvSpPr txBox="1"/>
          <p:nvPr/>
        </p:nvSpPr>
        <p:spPr>
          <a:xfrm>
            <a:off x="14313193" y="778010"/>
            <a:ext cx="2584039"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www.lunastudio.com</a:t>
            </a:r>
          </a:p>
        </p:txBody>
      </p:sp>
      <p:sp>
        <p:nvSpPr>
          <p:cNvPr id="311" name="October 2025"/>
          <p:cNvSpPr txBox="1"/>
          <p:nvPr/>
        </p:nvSpPr>
        <p:spPr>
          <a:xfrm>
            <a:off x="22150907" y="765309"/>
            <a:ext cx="1723227"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October 2025</a:t>
            </a:r>
          </a:p>
        </p:txBody>
      </p:sp>
      <p:sp>
        <p:nvSpPr>
          <p:cNvPr id="312" name="LUNA"/>
          <p:cNvSpPr txBox="1"/>
          <p:nvPr/>
        </p:nvSpPr>
        <p:spPr>
          <a:xfrm>
            <a:off x="1543498" y="694728"/>
            <a:ext cx="2476052" cy="8101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ctr">
            <a:spAutoFit/>
          </a:bodyPr>
          <a:lstStyle>
            <a:lvl1pPr>
              <a:defRPr sz="5000">
                <a:solidFill>
                  <a:srgbClr val="FDF5E5"/>
                </a:solidFill>
                <a:latin typeface="Recoleta Regular DEMO"/>
                <a:ea typeface="Recoleta Regular DEMO"/>
                <a:cs typeface="Recoleta Regular DEMO"/>
                <a:sym typeface="Recoleta Regular DEMO"/>
              </a:defRPr>
            </a:lvl1pPr>
          </a:lstStyle>
          <a:p>
            <a:r>
              <a:rPr sz="5001" dirty="0">
                <a:latin typeface="DM Serif Display" pitchFamily="2" charset="0"/>
              </a:rPr>
              <a:t>LUNA</a:t>
            </a:r>
          </a:p>
        </p:txBody>
      </p:sp>
      <p:sp>
        <p:nvSpPr>
          <p:cNvPr id="313" name="Brand Guideline"/>
          <p:cNvSpPr txBox="1"/>
          <p:nvPr/>
        </p:nvSpPr>
        <p:spPr>
          <a:xfrm>
            <a:off x="7176226" y="1115770"/>
            <a:ext cx="2064666"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Brand Guideline</a:t>
            </a:r>
          </a:p>
        </p:txBody>
      </p:sp>
      <p:sp>
        <p:nvSpPr>
          <p:cNvPr id="314" name="info@lunastudio.com"/>
          <p:cNvSpPr txBox="1"/>
          <p:nvPr/>
        </p:nvSpPr>
        <p:spPr>
          <a:xfrm>
            <a:off x="14323114" y="1128471"/>
            <a:ext cx="265136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info@lunastudio.com</a:t>
            </a:r>
          </a:p>
        </p:txBody>
      </p:sp>
      <p:sp>
        <p:nvSpPr>
          <p:cNvPr id="315" name="Grid &amp; Layout"/>
          <p:cNvSpPr txBox="1"/>
          <p:nvPr/>
        </p:nvSpPr>
        <p:spPr>
          <a:xfrm>
            <a:off x="729549" y="6310940"/>
            <a:ext cx="4615158" cy="305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799" tIns="50799" rIns="50799" bIns="50799" anchor="ctr">
            <a:spAutoFit/>
          </a:bodyPr>
          <a:lstStyle>
            <a:lvl1pPr>
              <a:lnSpc>
                <a:spcPct val="10000"/>
              </a:lnSpc>
              <a:defRPr sz="4500">
                <a:solidFill>
                  <a:srgbClr val="FFFFFF"/>
                </a:solidFill>
                <a:latin typeface="Libre Baskerville"/>
                <a:ea typeface="Libre Baskerville"/>
                <a:cs typeface="Libre Baskerville"/>
                <a:sym typeface="Libre Baskerville"/>
              </a:defRPr>
            </a:lvl1pPr>
          </a:lstStyle>
          <a:p>
            <a:r>
              <a:rPr sz="4501"/>
              <a:t>Grid &amp; Layout</a:t>
            </a:r>
          </a:p>
        </p:txBody>
      </p:sp>
      <p:sp>
        <p:nvSpPr>
          <p:cNvPr id="316" name="The Luna Studio visual system maintains balance through structure — using grid logic, spatial rhythm, and consistency to achieve clarity and harmony. The grid balances asymmetry and openness, emphasizing white space and flow."/>
          <p:cNvSpPr txBox="1"/>
          <p:nvPr/>
        </p:nvSpPr>
        <p:spPr>
          <a:xfrm>
            <a:off x="811739" y="10532312"/>
            <a:ext cx="5014537" cy="24557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t">
            <a:spAutoFit/>
          </a:bodyPr>
          <a:lstStyle>
            <a:lvl1pPr defTabSz="457200">
              <a:lnSpc>
                <a:spcPct val="100000"/>
              </a:lnSpc>
              <a:spcBef>
                <a:spcPts val="1200"/>
              </a:spcBef>
              <a:defRPr sz="2000">
                <a:solidFill>
                  <a:srgbClr val="FFFFFF"/>
                </a:solidFill>
                <a:latin typeface="Libre Baskerville"/>
                <a:ea typeface="Libre Baskerville"/>
                <a:cs typeface="Libre Baskerville"/>
                <a:sym typeface="Libre Baskerville"/>
              </a:defRPr>
            </a:lvl1pPr>
          </a:lstStyle>
          <a:p>
            <a:pPr>
              <a:lnSpc>
                <a:spcPct val="110000"/>
              </a:lnSpc>
              <a:spcBef>
                <a:spcPts val="0"/>
              </a:spcBef>
              <a:spcAft>
                <a:spcPts val="1500"/>
              </a:spcAft>
              <a:defRPr sz="2000">
                <a:solidFill>
                  <a:srgbClr val="FFFFFF"/>
                </a:solidFill>
                <a:latin typeface="Libre Baskerville"/>
                <a:ea typeface="Libre Baskerville"/>
                <a:cs typeface="Libre Baskerville"/>
                <a:sym typeface="Libre Baskerville"/>
              </a:defRPr>
            </a:pPr>
            <a:r>
              <a:rPr sz="2001" dirty="0">
                <a:sym typeface="Helvetica Neue"/>
              </a:rPr>
              <a:t>The Luna Studio visual system maintains balance through structure — using grid logic, spatial rhythm, and consistency to achieve clarity and harmony. The grid balances asymmetry and openness, emphasizing white space and flow.</a:t>
            </a:r>
          </a:p>
        </p:txBody>
      </p:sp>
      <p:sp>
        <p:nvSpPr>
          <p:cNvPr id="317" name="Structure &amp; Rhythm"/>
          <p:cNvSpPr txBox="1"/>
          <p:nvPr/>
        </p:nvSpPr>
        <p:spPr>
          <a:xfrm>
            <a:off x="848890" y="9663704"/>
            <a:ext cx="3739804" cy="5182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3000" i="1">
                <a:solidFill>
                  <a:srgbClr val="FDF5E5"/>
                </a:solidFill>
                <a:latin typeface="Libre Baskerville"/>
                <a:ea typeface="Libre Baskerville"/>
                <a:cs typeface="Libre Baskerville"/>
                <a:sym typeface="Libre Baskerville"/>
              </a:defRPr>
            </a:lvl1pPr>
          </a:lstStyle>
          <a:p>
            <a:r>
              <a:rPr sz="3001"/>
              <a:t>Structure &amp; Rhythm</a:t>
            </a:r>
          </a:p>
        </p:txBody>
      </p:sp>
      <p:sp>
        <p:nvSpPr>
          <p:cNvPr id="318" name="Line"/>
          <p:cNvSpPr/>
          <p:nvPr/>
        </p:nvSpPr>
        <p:spPr>
          <a:xfrm>
            <a:off x="848892" y="10359758"/>
            <a:ext cx="4977384" cy="0"/>
          </a:xfrm>
          <a:prstGeom prst="line">
            <a:avLst/>
          </a:prstGeom>
          <a:ln w="25400">
            <a:solidFill>
              <a:srgbClr val="FDF5E5"/>
            </a:solidFill>
            <a:miter lim="400000"/>
          </a:ln>
        </p:spPr>
        <p:txBody>
          <a:bodyPr lIns="50799" tIns="50799" rIns="50799" bIns="50799" anchor="ctr"/>
          <a:lstStyle/>
          <a:p>
            <a:endParaRPr sz="2401"/>
          </a:p>
        </p:txBody>
      </p:sp>
      <p:pic>
        <p:nvPicPr>
          <p:cNvPr id="319" name="Logo White.png" descr="Logo White.png"/>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885229" y="764248"/>
            <a:ext cx="590170" cy="620336"/>
          </a:xfrm>
          <a:prstGeom prst="rect">
            <a:avLst/>
          </a:prstGeom>
          <a:ln w="12700">
            <a:miter lim="400000"/>
          </a:ln>
        </p:spPr>
      </p:pic>
      <p:pic>
        <p:nvPicPr>
          <p:cNvPr id="320" name="Logo White.png" descr="Logo White.png"/>
          <p:cNvPicPr>
            <a:picLocks noChangeAspect="1"/>
          </p:cNvPicPr>
          <p:nvPr/>
        </p:nvPicPr>
        <p:blipFill>
          <a:blip r:embed="rId3" cstate="hqprint">
            <a:extLst>
              <a:ext uri="{28A0092B-C50C-407E-A947-70E740481C1C}">
                <a14:useLocalDpi xmlns:a14="http://schemas.microsoft.com/office/drawing/2010/main"/>
              </a:ext>
            </a:extLst>
          </a:blip>
          <a:srcRect l="19792" t="18247" r="19792" b="18247"/>
          <a:stretch>
            <a:fillRect/>
          </a:stretch>
        </p:blipFill>
        <p:spPr>
          <a:xfrm>
            <a:off x="9339280" y="2814673"/>
            <a:ext cx="2108551" cy="2216333"/>
          </a:xfrm>
          <a:prstGeom prst="rect">
            <a:avLst/>
          </a:prstGeom>
          <a:ln w="12700">
            <a:miter lim="400000"/>
          </a:ln>
        </p:spPr>
      </p:pic>
      <p:pic>
        <p:nvPicPr>
          <p:cNvPr id="321" name="Logo White.png" descr="Logo White.png"/>
          <p:cNvPicPr>
            <a:picLocks noChangeAspect="1"/>
          </p:cNvPicPr>
          <p:nvPr/>
        </p:nvPicPr>
        <p:blipFill>
          <a:blip r:embed="rId3" cstate="hqprint">
            <a:extLst>
              <a:ext uri="{28A0092B-C50C-407E-A947-70E740481C1C}">
                <a14:useLocalDpi xmlns:a14="http://schemas.microsoft.com/office/drawing/2010/main"/>
              </a:ext>
            </a:extLst>
          </a:blip>
          <a:srcRect l="19792" t="18247" r="19792" b="18247"/>
          <a:stretch>
            <a:fillRect/>
          </a:stretch>
        </p:blipFill>
        <p:spPr>
          <a:xfrm>
            <a:off x="13822982" y="2814673"/>
            <a:ext cx="2108551" cy="2216333"/>
          </a:xfrm>
          <a:prstGeom prst="rect">
            <a:avLst/>
          </a:prstGeom>
          <a:ln w="12700">
            <a:miter lim="400000"/>
          </a:ln>
        </p:spPr>
      </p:pic>
      <p:sp>
        <p:nvSpPr>
          <p:cNvPr id="322" name="LUNA"/>
          <p:cNvSpPr txBox="1"/>
          <p:nvPr/>
        </p:nvSpPr>
        <p:spPr>
          <a:xfrm>
            <a:off x="16242945" y="2803139"/>
            <a:ext cx="6401055" cy="23662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ctr">
            <a:spAutoFit/>
          </a:bodyPr>
          <a:lstStyle>
            <a:lvl1pPr>
              <a:defRPr sz="16000">
                <a:solidFill>
                  <a:srgbClr val="FDF5E5"/>
                </a:solidFill>
                <a:latin typeface="Recoleta Regular DEMO"/>
                <a:ea typeface="Recoleta Regular DEMO"/>
                <a:cs typeface="Recoleta Regular DEMO"/>
                <a:sym typeface="Recoleta Regular DEMO"/>
              </a:defRPr>
            </a:lvl1pPr>
          </a:lstStyle>
          <a:p>
            <a:r>
              <a:rPr dirty="0">
                <a:latin typeface="DM Serif Display" pitchFamily="2" charset="0"/>
              </a:rPr>
              <a:t>LUNA</a:t>
            </a:r>
          </a:p>
        </p:txBody>
      </p:sp>
      <p:sp>
        <p:nvSpPr>
          <p:cNvPr id="323" name="Line"/>
          <p:cNvSpPr/>
          <p:nvPr/>
        </p:nvSpPr>
        <p:spPr>
          <a:xfrm flipV="1">
            <a:off x="9367378" y="2487649"/>
            <a:ext cx="0" cy="2870201"/>
          </a:xfrm>
          <a:prstGeom prst="line">
            <a:avLst/>
          </a:prstGeom>
          <a:ln w="25400">
            <a:solidFill>
              <a:srgbClr val="FFFFFF"/>
            </a:solidFill>
            <a:miter lim="400000"/>
          </a:ln>
        </p:spPr>
        <p:txBody>
          <a:bodyPr lIns="50799" tIns="50799" rIns="50799" bIns="50799" anchor="ctr"/>
          <a:lstStyle/>
          <a:p>
            <a:endParaRPr sz="2401"/>
          </a:p>
        </p:txBody>
      </p:sp>
      <p:sp>
        <p:nvSpPr>
          <p:cNvPr id="324" name="Line"/>
          <p:cNvSpPr/>
          <p:nvPr/>
        </p:nvSpPr>
        <p:spPr>
          <a:xfrm flipV="1">
            <a:off x="11421179" y="2487649"/>
            <a:ext cx="0" cy="2870201"/>
          </a:xfrm>
          <a:prstGeom prst="line">
            <a:avLst/>
          </a:prstGeom>
          <a:ln w="25400">
            <a:solidFill>
              <a:srgbClr val="FFFFFF"/>
            </a:solidFill>
            <a:miter lim="400000"/>
          </a:ln>
        </p:spPr>
        <p:txBody>
          <a:bodyPr lIns="50799" tIns="50799" rIns="50799" bIns="50799" anchor="ctr"/>
          <a:lstStyle/>
          <a:p>
            <a:endParaRPr sz="2401"/>
          </a:p>
        </p:txBody>
      </p:sp>
      <p:sp>
        <p:nvSpPr>
          <p:cNvPr id="325" name="Line"/>
          <p:cNvSpPr/>
          <p:nvPr/>
        </p:nvSpPr>
        <p:spPr>
          <a:xfrm flipV="1">
            <a:off x="13860158" y="2487649"/>
            <a:ext cx="0" cy="2870201"/>
          </a:xfrm>
          <a:prstGeom prst="line">
            <a:avLst/>
          </a:prstGeom>
          <a:ln w="25400">
            <a:solidFill>
              <a:srgbClr val="FFFFFF"/>
            </a:solidFill>
            <a:miter lim="400000"/>
          </a:ln>
        </p:spPr>
        <p:txBody>
          <a:bodyPr lIns="50799" tIns="50799" rIns="50799" bIns="50799" anchor="ctr"/>
          <a:lstStyle/>
          <a:p>
            <a:endParaRPr sz="2401"/>
          </a:p>
        </p:txBody>
      </p:sp>
      <p:sp>
        <p:nvSpPr>
          <p:cNvPr id="326" name="Line"/>
          <p:cNvSpPr/>
          <p:nvPr/>
        </p:nvSpPr>
        <p:spPr>
          <a:xfrm flipH="1" flipV="1">
            <a:off x="9015532" y="2924710"/>
            <a:ext cx="2710952" cy="0"/>
          </a:xfrm>
          <a:prstGeom prst="line">
            <a:avLst/>
          </a:prstGeom>
          <a:ln w="25400">
            <a:solidFill>
              <a:srgbClr val="FFFFFF"/>
            </a:solidFill>
            <a:miter lim="400000"/>
          </a:ln>
        </p:spPr>
        <p:txBody>
          <a:bodyPr lIns="50799" tIns="50799" rIns="50799" bIns="50799" anchor="ctr"/>
          <a:lstStyle/>
          <a:p>
            <a:endParaRPr sz="2401"/>
          </a:p>
        </p:txBody>
      </p:sp>
      <p:sp>
        <p:nvSpPr>
          <p:cNvPr id="327" name="Line"/>
          <p:cNvSpPr/>
          <p:nvPr/>
        </p:nvSpPr>
        <p:spPr>
          <a:xfrm flipH="1">
            <a:off x="9015532" y="4938702"/>
            <a:ext cx="2710952" cy="0"/>
          </a:xfrm>
          <a:prstGeom prst="line">
            <a:avLst/>
          </a:prstGeom>
          <a:ln w="25400">
            <a:solidFill>
              <a:srgbClr val="FFFFFF"/>
            </a:solidFill>
            <a:miter lim="400000"/>
          </a:ln>
        </p:spPr>
        <p:txBody>
          <a:bodyPr lIns="50799" tIns="50799" rIns="50799" bIns="50799" anchor="ctr"/>
          <a:lstStyle/>
          <a:p>
            <a:endParaRPr sz="2401"/>
          </a:p>
        </p:txBody>
      </p:sp>
      <p:sp>
        <p:nvSpPr>
          <p:cNvPr id="328" name="Line"/>
          <p:cNvSpPr/>
          <p:nvPr/>
        </p:nvSpPr>
        <p:spPr>
          <a:xfrm flipH="1" flipV="1">
            <a:off x="13445606" y="4938702"/>
            <a:ext cx="8821023" cy="0"/>
          </a:xfrm>
          <a:prstGeom prst="line">
            <a:avLst/>
          </a:prstGeom>
          <a:ln w="25400">
            <a:solidFill>
              <a:srgbClr val="FFFFFF"/>
            </a:solidFill>
            <a:miter lim="400000"/>
          </a:ln>
        </p:spPr>
        <p:txBody>
          <a:bodyPr lIns="50799" tIns="50799" rIns="50799" bIns="50799" anchor="ctr"/>
          <a:lstStyle/>
          <a:p>
            <a:endParaRPr sz="2401"/>
          </a:p>
        </p:txBody>
      </p:sp>
      <p:sp>
        <p:nvSpPr>
          <p:cNvPr id="329" name="Line"/>
          <p:cNvSpPr/>
          <p:nvPr/>
        </p:nvSpPr>
        <p:spPr>
          <a:xfrm flipH="1" flipV="1">
            <a:off x="13445605" y="2943759"/>
            <a:ext cx="8821021" cy="0"/>
          </a:xfrm>
          <a:prstGeom prst="line">
            <a:avLst/>
          </a:prstGeom>
          <a:ln w="25400">
            <a:solidFill>
              <a:srgbClr val="FFFFFF"/>
            </a:solidFill>
            <a:miter lim="400000"/>
          </a:ln>
        </p:spPr>
        <p:txBody>
          <a:bodyPr lIns="50799" tIns="50799" rIns="50799" bIns="50799" anchor="ctr"/>
          <a:lstStyle/>
          <a:p>
            <a:endParaRPr sz="2401"/>
          </a:p>
        </p:txBody>
      </p:sp>
      <p:sp>
        <p:nvSpPr>
          <p:cNvPr id="330" name="Line"/>
          <p:cNvSpPr/>
          <p:nvPr/>
        </p:nvSpPr>
        <p:spPr>
          <a:xfrm flipV="1">
            <a:off x="21757553" y="2525749"/>
            <a:ext cx="0" cy="2870201"/>
          </a:xfrm>
          <a:prstGeom prst="line">
            <a:avLst/>
          </a:prstGeom>
          <a:ln w="25400">
            <a:solidFill>
              <a:srgbClr val="FFFFFF"/>
            </a:solidFill>
            <a:miter lim="400000"/>
          </a:ln>
        </p:spPr>
        <p:txBody>
          <a:bodyPr lIns="50799" tIns="50799" rIns="50799" bIns="50799" anchor="ctr"/>
          <a:lstStyle/>
          <a:p>
            <a:endParaRPr sz="2401"/>
          </a:p>
        </p:txBody>
      </p:sp>
      <p:sp>
        <p:nvSpPr>
          <p:cNvPr id="331" name="Line"/>
          <p:cNvSpPr/>
          <p:nvPr/>
        </p:nvSpPr>
        <p:spPr>
          <a:xfrm flipV="1">
            <a:off x="15895534" y="2525749"/>
            <a:ext cx="0" cy="2870201"/>
          </a:xfrm>
          <a:prstGeom prst="line">
            <a:avLst/>
          </a:prstGeom>
          <a:ln w="25400">
            <a:solidFill>
              <a:srgbClr val="FFFFFF"/>
            </a:solidFill>
            <a:miter lim="400000"/>
          </a:ln>
        </p:spPr>
        <p:txBody>
          <a:bodyPr lIns="50799" tIns="50799" rIns="50799" bIns="50799" anchor="ctr"/>
          <a:lstStyle/>
          <a:p>
            <a:endParaRPr sz="2401"/>
          </a:p>
        </p:txBody>
      </p:sp>
      <p:sp>
        <p:nvSpPr>
          <p:cNvPr id="332" name="Line"/>
          <p:cNvSpPr/>
          <p:nvPr/>
        </p:nvSpPr>
        <p:spPr>
          <a:xfrm flipV="1">
            <a:off x="16382645" y="2525749"/>
            <a:ext cx="0" cy="2870201"/>
          </a:xfrm>
          <a:prstGeom prst="line">
            <a:avLst/>
          </a:prstGeom>
          <a:ln w="25400">
            <a:solidFill>
              <a:srgbClr val="FFFFFF"/>
            </a:solidFill>
            <a:miter lim="400000"/>
          </a:ln>
        </p:spPr>
        <p:txBody>
          <a:bodyPr lIns="50799" tIns="50799" rIns="50799" bIns="50799" anchor="ctr"/>
          <a:lstStyle/>
          <a:p>
            <a:endParaRPr sz="2401"/>
          </a:p>
        </p:txBody>
      </p:sp>
      <p:sp>
        <p:nvSpPr>
          <p:cNvPr id="333" name="Line"/>
          <p:cNvSpPr/>
          <p:nvPr/>
        </p:nvSpPr>
        <p:spPr>
          <a:xfrm flipH="1" flipV="1">
            <a:off x="13440978" y="3184747"/>
            <a:ext cx="8830278" cy="0"/>
          </a:xfrm>
          <a:prstGeom prst="line">
            <a:avLst/>
          </a:prstGeom>
          <a:ln w="25400">
            <a:solidFill>
              <a:srgbClr val="FFFFFF"/>
            </a:solidFill>
            <a:miter lim="400000"/>
          </a:ln>
        </p:spPr>
        <p:txBody>
          <a:bodyPr lIns="50799" tIns="50799" rIns="50799" bIns="50799" anchor="ctr"/>
          <a:lstStyle/>
          <a:p>
            <a:endParaRPr sz="2401"/>
          </a:p>
        </p:txBody>
      </p:sp>
      <p:sp>
        <p:nvSpPr>
          <p:cNvPr id="334" name="Line"/>
          <p:cNvSpPr/>
          <p:nvPr/>
        </p:nvSpPr>
        <p:spPr>
          <a:xfrm flipH="1" flipV="1">
            <a:off x="13445605" y="4650021"/>
            <a:ext cx="8821021" cy="0"/>
          </a:xfrm>
          <a:prstGeom prst="line">
            <a:avLst/>
          </a:prstGeom>
          <a:ln w="25400">
            <a:solidFill>
              <a:srgbClr val="FFFFFF"/>
            </a:solidFill>
            <a:miter lim="400000"/>
          </a:ln>
        </p:spPr>
        <p:txBody>
          <a:bodyPr lIns="50799" tIns="50799" rIns="50799" bIns="50799" anchor="ctr"/>
          <a:lstStyle/>
          <a:p>
            <a:endParaRPr sz="2401"/>
          </a:p>
        </p:txBody>
      </p:sp>
      <p:sp>
        <p:nvSpPr>
          <p:cNvPr id="335" name="Line"/>
          <p:cNvSpPr/>
          <p:nvPr/>
        </p:nvSpPr>
        <p:spPr>
          <a:xfrm>
            <a:off x="7056365" y="13164640"/>
            <a:ext cx="16754839" cy="0"/>
          </a:xfrm>
          <a:prstGeom prst="line">
            <a:avLst/>
          </a:prstGeom>
          <a:ln w="25400">
            <a:solidFill>
              <a:srgbClr val="FDF5E5"/>
            </a:solidFill>
            <a:miter lim="400000"/>
          </a:ln>
        </p:spPr>
        <p:txBody>
          <a:bodyPr lIns="50799" tIns="50799" rIns="50799" bIns="50799" anchor="ctr"/>
          <a:lstStyle/>
          <a:p>
            <a:endParaRPr sz="2401"/>
          </a:p>
        </p:txBody>
      </p:sp>
      <p:sp>
        <p:nvSpPr>
          <p:cNvPr id="336" name="Rhythm"/>
          <p:cNvSpPr txBox="1"/>
          <p:nvPr/>
        </p:nvSpPr>
        <p:spPr>
          <a:xfrm>
            <a:off x="7089993" y="12579805"/>
            <a:ext cx="1083628"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Rhythm</a:t>
            </a:r>
          </a:p>
        </p:txBody>
      </p:sp>
      <p:sp>
        <p:nvSpPr>
          <p:cNvPr id="337" name="Clarity"/>
          <p:cNvSpPr txBox="1"/>
          <p:nvPr/>
        </p:nvSpPr>
        <p:spPr>
          <a:xfrm>
            <a:off x="15025555" y="12585363"/>
            <a:ext cx="913710"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Clarity</a:t>
            </a:r>
          </a:p>
        </p:txBody>
      </p:sp>
      <p:sp>
        <p:nvSpPr>
          <p:cNvPr id="338" name="Harmony"/>
          <p:cNvSpPr txBox="1"/>
          <p:nvPr/>
        </p:nvSpPr>
        <p:spPr>
          <a:xfrm>
            <a:off x="22379737" y="12579805"/>
            <a:ext cx="1259958"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Harmony</a:t>
            </a:r>
          </a:p>
        </p:txBody>
      </p:sp>
      <p:sp>
        <p:nvSpPr>
          <p:cNvPr id="339" name="Rectangle"/>
          <p:cNvSpPr/>
          <p:nvPr/>
        </p:nvSpPr>
        <p:spPr>
          <a:xfrm>
            <a:off x="8439331" y="6552777"/>
            <a:ext cx="4977384" cy="4650919"/>
          </a:xfrm>
          <a:prstGeom prst="rect">
            <a:avLst/>
          </a:prstGeom>
          <a:solidFill>
            <a:srgbClr val="85A6C4"/>
          </a:solidFill>
          <a:ln w="12700">
            <a:miter lim="400000"/>
          </a:ln>
        </p:spPr>
        <p:txBody>
          <a:bodyPr lIns="50799" tIns="50799" rIns="50799" bIns="50799" anchor="ctr"/>
          <a:lstStyle/>
          <a:p>
            <a:pPr algn="ctr" defTabSz="8255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201"/>
          </a:p>
        </p:txBody>
      </p:sp>
      <p:sp>
        <p:nvSpPr>
          <p:cNvPr id="340" name="Rectangle"/>
          <p:cNvSpPr/>
          <p:nvPr/>
        </p:nvSpPr>
        <p:spPr>
          <a:xfrm>
            <a:off x="13414497" y="6546893"/>
            <a:ext cx="2671422" cy="2468199"/>
          </a:xfrm>
          <a:prstGeom prst="rect">
            <a:avLst/>
          </a:prstGeom>
          <a:solidFill>
            <a:srgbClr val="552816"/>
          </a:solidFill>
          <a:ln w="12700">
            <a:miter lim="400000"/>
          </a:ln>
        </p:spPr>
        <p:txBody>
          <a:bodyPr lIns="50799" tIns="50799" rIns="50799" bIns="50799" anchor="ctr"/>
          <a:lstStyle/>
          <a:p>
            <a:pPr algn="ctr" defTabSz="8255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201"/>
          </a:p>
        </p:txBody>
      </p:sp>
      <p:sp>
        <p:nvSpPr>
          <p:cNvPr id="341" name="Rectangle"/>
          <p:cNvSpPr/>
          <p:nvPr/>
        </p:nvSpPr>
        <p:spPr>
          <a:xfrm>
            <a:off x="13414497" y="8872985"/>
            <a:ext cx="2671422" cy="2327910"/>
          </a:xfrm>
          <a:prstGeom prst="rect">
            <a:avLst/>
          </a:prstGeom>
          <a:solidFill>
            <a:srgbClr val="000000"/>
          </a:solidFill>
          <a:ln w="12700">
            <a:miter lim="400000"/>
          </a:ln>
        </p:spPr>
        <p:txBody>
          <a:bodyPr lIns="50799" tIns="50799" rIns="50799" bIns="50799" anchor="ctr"/>
          <a:lstStyle/>
          <a:p>
            <a:pPr algn="ctr" defTabSz="8255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201"/>
          </a:p>
        </p:txBody>
      </p:sp>
      <p:sp>
        <p:nvSpPr>
          <p:cNvPr id="342" name="Rectangle"/>
          <p:cNvSpPr/>
          <p:nvPr/>
        </p:nvSpPr>
        <p:spPr>
          <a:xfrm>
            <a:off x="16066274" y="6546893"/>
            <a:ext cx="6888988" cy="2327910"/>
          </a:xfrm>
          <a:prstGeom prst="rect">
            <a:avLst/>
          </a:prstGeom>
          <a:solidFill>
            <a:srgbClr val="9F886C"/>
          </a:solidFill>
          <a:ln w="12700">
            <a:miter lim="400000"/>
          </a:ln>
        </p:spPr>
        <p:txBody>
          <a:bodyPr lIns="50799" tIns="50799" rIns="50799" bIns="50799" anchor="ctr"/>
          <a:lstStyle/>
          <a:p>
            <a:pPr algn="ctr" defTabSz="8255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201"/>
          </a:p>
        </p:txBody>
      </p:sp>
      <p:sp>
        <p:nvSpPr>
          <p:cNvPr id="343" name="Rectangle"/>
          <p:cNvSpPr/>
          <p:nvPr/>
        </p:nvSpPr>
        <p:spPr>
          <a:xfrm>
            <a:off x="16067510" y="8872985"/>
            <a:ext cx="6888988" cy="2327910"/>
          </a:xfrm>
          <a:prstGeom prst="rect">
            <a:avLst/>
          </a:prstGeom>
          <a:solidFill>
            <a:srgbClr val="FDF5E5"/>
          </a:solidFill>
          <a:ln w="12700">
            <a:miter lim="400000"/>
          </a:ln>
        </p:spPr>
        <p:txBody>
          <a:bodyPr lIns="50799" tIns="50799" rIns="50799" bIns="50799" anchor="ctr"/>
          <a:lstStyle/>
          <a:p>
            <a:pPr algn="ctr" defTabSz="8255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201"/>
          </a:p>
        </p:txBody>
      </p:sp>
      <p:pic>
        <p:nvPicPr>
          <p:cNvPr id="344" name="ChatGPT Image Nov 1, 2025 at 04_15_28 AM.png" descr="ChatGPT Image Nov 1, 2025 at 04_15_28 AM.png"/>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8865273" y="7880492"/>
            <a:ext cx="2231275" cy="1995448"/>
          </a:xfrm>
          <a:prstGeom prst="rect">
            <a:avLst/>
          </a:prstGeom>
          <a:ln w="12700">
            <a:miter lim="400000"/>
          </a:ln>
        </p:spPr>
      </p:pic>
      <p:sp>
        <p:nvSpPr>
          <p:cNvPr id="345" name="L"/>
          <p:cNvSpPr txBox="1"/>
          <p:nvPr/>
        </p:nvSpPr>
        <p:spPr>
          <a:xfrm>
            <a:off x="11317118" y="7831980"/>
            <a:ext cx="1210266" cy="23662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6000">
                <a:solidFill>
                  <a:srgbClr val="FDF5E5"/>
                </a:solidFill>
                <a:latin typeface="Recoleta Regular DEMO"/>
                <a:ea typeface="Recoleta Regular DEMO"/>
                <a:cs typeface="Recoleta Regular DEMO"/>
                <a:sym typeface="Recoleta Regular DEMO"/>
              </a:defRPr>
            </a:lvl1pPr>
          </a:lstStyle>
          <a:p>
            <a:r>
              <a:rPr dirty="0">
                <a:latin typeface="DM Serif Display" pitchFamily="2" charset="0"/>
              </a:rPr>
              <a:t>L</a:t>
            </a:r>
          </a:p>
        </p:txBody>
      </p:sp>
      <p:pic>
        <p:nvPicPr>
          <p:cNvPr id="346" name="Logo White.png" descr="Logo White.png"/>
          <p:cNvPicPr>
            <a:picLocks noChangeAspect="1"/>
          </p:cNvPicPr>
          <p:nvPr/>
        </p:nvPicPr>
        <p:blipFill>
          <a:blip r:embed="rId3" cstate="hqprint">
            <a:extLst>
              <a:ext uri="{28A0092B-C50C-407E-A947-70E740481C1C}">
                <a14:useLocalDpi xmlns:a14="http://schemas.microsoft.com/office/drawing/2010/main"/>
              </a:ext>
            </a:extLst>
          </a:blip>
          <a:srcRect l="19792" t="18247" r="19792" b="18247"/>
          <a:stretch>
            <a:fillRect/>
          </a:stretch>
        </p:blipFill>
        <p:spPr>
          <a:xfrm>
            <a:off x="13853272" y="6768073"/>
            <a:ext cx="1793757" cy="1885447"/>
          </a:xfrm>
          <a:prstGeom prst="rect">
            <a:avLst/>
          </a:prstGeom>
          <a:ln w="12700">
            <a:miter lim="400000"/>
          </a:ln>
        </p:spPr>
      </p:pic>
      <p:sp>
        <p:nvSpPr>
          <p:cNvPr id="347" name="LUNA"/>
          <p:cNvSpPr txBox="1"/>
          <p:nvPr/>
        </p:nvSpPr>
        <p:spPr>
          <a:xfrm>
            <a:off x="17406884" y="9136696"/>
            <a:ext cx="4859742" cy="18004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ctr">
            <a:spAutoFit/>
          </a:bodyPr>
          <a:lstStyle>
            <a:lvl1pPr>
              <a:defRPr sz="12000">
                <a:solidFill>
                  <a:srgbClr val="3E2F25"/>
                </a:solidFill>
                <a:latin typeface="Recoleta Regular DEMO"/>
                <a:ea typeface="Recoleta Regular DEMO"/>
                <a:cs typeface="Recoleta Regular DEMO"/>
                <a:sym typeface="Recoleta Regular DEMO"/>
              </a:defRPr>
            </a:lvl1pPr>
          </a:lstStyle>
          <a:p>
            <a:r>
              <a:rPr sz="12001" dirty="0">
                <a:latin typeface="DM Serif Display" pitchFamily="2" charset="0"/>
              </a:rPr>
              <a:t>LUNA</a:t>
            </a:r>
          </a:p>
        </p:txBody>
      </p:sp>
      <p:sp>
        <p:nvSpPr>
          <p:cNvPr id="348" name="LUNA"/>
          <p:cNvSpPr txBox="1"/>
          <p:nvPr/>
        </p:nvSpPr>
        <p:spPr>
          <a:xfrm>
            <a:off x="17406884" y="6892144"/>
            <a:ext cx="4859742" cy="18004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ctr">
            <a:spAutoFit/>
          </a:bodyPr>
          <a:lstStyle>
            <a:lvl1pPr>
              <a:defRPr sz="12000">
                <a:solidFill>
                  <a:srgbClr val="FFFFFF"/>
                </a:solidFill>
                <a:latin typeface="Recoleta Regular DEMO"/>
                <a:ea typeface="Recoleta Regular DEMO"/>
                <a:cs typeface="Recoleta Regular DEMO"/>
                <a:sym typeface="Recoleta Regular DEMO"/>
              </a:defRPr>
            </a:lvl1pPr>
          </a:lstStyle>
          <a:p>
            <a:r>
              <a:rPr sz="12001" dirty="0">
                <a:latin typeface="DM Serif Display" pitchFamily="2" charset="0"/>
              </a:rPr>
              <a:t>LUNA</a:t>
            </a:r>
          </a:p>
        </p:txBody>
      </p:sp>
      <p:pic>
        <p:nvPicPr>
          <p:cNvPr id="349" name="Logo White.png" descr="Logo White.png"/>
          <p:cNvPicPr>
            <a:picLocks noChangeAspect="1"/>
          </p:cNvPicPr>
          <p:nvPr/>
        </p:nvPicPr>
        <p:blipFill>
          <a:blip r:embed="rId3" cstate="hqprint">
            <a:extLst>
              <a:ext uri="{28A0092B-C50C-407E-A947-70E740481C1C}">
                <a14:useLocalDpi xmlns:a14="http://schemas.microsoft.com/office/drawing/2010/main"/>
              </a:ext>
            </a:extLst>
          </a:blip>
          <a:srcRect l="19792" t="18247" r="19792" b="18247"/>
          <a:stretch>
            <a:fillRect/>
          </a:stretch>
        </p:blipFill>
        <p:spPr>
          <a:xfrm>
            <a:off x="13853272" y="9094162"/>
            <a:ext cx="1793757" cy="1885447"/>
          </a:xfrm>
          <a:prstGeom prst="rect">
            <a:avLst/>
          </a:prstGeom>
          <a:ln w="12700">
            <a:miter lim="400000"/>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9F3"/>
        </a:solidFill>
        <a:effectLst/>
      </p:bgPr>
    </p:bg>
    <p:spTree>
      <p:nvGrpSpPr>
        <p:cNvPr id="1" name=""/>
        <p:cNvGrpSpPr/>
        <p:nvPr/>
      </p:nvGrpSpPr>
      <p:grpSpPr>
        <a:xfrm>
          <a:off x="0" y="0"/>
          <a:ext cx="0" cy="0"/>
          <a:chOff x="0" y="0"/>
          <a:chExt cx="0" cy="0"/>
        </a:xfrm>
      </p:grpSpPr>
      <p:sp>
        <p:nvSpPr>
          <p:cNvPr id="351" name="Line"/>
          <p:cNvSpPr/>
          <p:nvPr/>
        </p:nvSpPr>
        <p:spPr>
          <a:xfrm>
            <a:off x="7145545" y="635243"/>
            <a:ext cx="16678081" cy="0"/>
          </a:xfrm>
          <a:prstGeom prst="line">
            <a:avLst/>
          </a:prstGeom>
          <a:ln w="25400">
            <a:solidFill>
              <a:srgbClr val="D5D5D5"/>
            </a:solidFill>
            <a:miter lim="400000"/>
          </a:ln>
        </p:spPr>
        <p:txBody>
          <a:bodyPr lIns="50799" tIns="50799" rIns="50799" bIns="50799" anchor="ctr"/>
          <a:lstStyle/>
          <a:p>
            <a:endParaRPr sz="2401"/>
          </a:p>
        </p:txBody>
      </p:sp>
      <p:sp>
        <p:nvSpPr>
          <p:cNvPr id="352" name="Luna Studio"/>
          <p:cNvSpPr txBox="1"/>
          <p:nvPr/>
        </p:nvSpPr>
        <p:spPr>
          <a:xfrm>
            <a:off x="7176227" y="765309"/>
            <a:ext cx="155170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Luna Studio</a:t>
            </a:r>
          </a:p>
        </p:txBody>
      </p:sp>
      <p:sp>
        <p:nvSpPr>
          <p:cNvPr id="353" name="www.lunastudio.com"/>
          <p:cNvSpPr txBox="1"/>
          <p:nvPr/>
        </p:nvSpPr>
        <p:spPr>
          <a:xfrm>
            <a:off x="14313193" y="778010"/>
            <a:ext cx="2584039"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www.lunastudio.com</a:t>
            </a:r>
          </a:p>
        </p:txBody>
      </p:sp>
      <p:sp>
        <p:nvSpPr>
          <p:cNvPr id="354" name="October 2025"/>
          <p:cNvSpPr txBox="1"/>
          <p:nvPr/>
        </p:nvSpPr>
        <p:spPr>
          <a:xfrm>
            <a:off x="22150907" y="765309"/>
            <a:ext cx="1723227"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October 2025</a:t>
            </a:r>
          </a:p>
        </p:txBody>
      </p:sp>
      <p:sp>
        <p:nvSpPr>
          <p:cNvPr id="356" name="Brand Guideline"/>
          <p:cNvSpPr txBox="1"/>
          <p:nvPr/>
        </p:nvSpPr>
        <p:spPr>
          <a:xfrm>
            <a:off x="7176226" y="1115770"/>
            <a:ext cx="2064666"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Brand Guideline</a:t>
            </a:r>
          </a:p>
        </p:txBody>
      </p:sp>
      <p:sp>
        <p:nvSpPr>
          <p:cNvPr id="357" name="info@lunastudio.com"/>
          <p:cNvSpPr txBox="1"/>
          <p:nvPr/>
        </p:nvSpPr>
        <p:spPr>
          <a:xfrm>
            <a:off x="14323114" y="1128471"/>
            <a:ext cx="265136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info@lunastudio.com</a:t>
            </a:r>
          </a:p>
        </p:txBody>
      </p:sp>
      <p:pic>
        <p:nvPicPr>
          <p:cNvPr id="358" name="Logo Icon.png" descr="Logo Icon.png"/>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885229" y="764248"/>
            <a:ext cx="590170" cy="620336"/>
          </a:xfrm>
          <a:prstGeom prst="rect">
            <a:avLst/>
          </a:prstGeom>
          <a:ln w="12700">
            <a:miter lim="400000"/>
          </a:ln>
        </p:spPr>
      </p:pic>
      <p:sp>
        <p:nvSpPr>
          <p:cNvPr id="359" name="Icons are line-based, geometric yet soft at the corners — reflecting precision and humanity. Illustrations extend the brand voice through fluid contours and natural motion. The details speak softly but clearly."/>
          <p:cNvSpPr txBox="1"/>
          <p:nvPr/>
        </p:nvSpPr>
        <p:spPr>
          <a:xfrm>
            <a:off x="811739" y="10519612"/>
            <a:ext cx="5014537" cy="21171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t">
            <a:spAutoFit/>
          </a:bodyPr>
          <a:lstStyle>
            <a:lvl1pPr defTabSz="457200">
              <a:lnSpc>
                <a:spcPct val="100000"/>
              </a:lnSpc>
              <a:spcBef>
                <a:spcPts val="0"/>
              </a:spcBef>
              <a:defRPr sz="2000">
                <a:latin typeface="Libre Baskerville"/>
                <a:ea typeface="Libre Baskerville"/>
                <a:cs typeface="Libre Baskerville"/>
                <a:sym typeface="Libre Baskerville"/>
              </a:defRPr>
            </a:lvl1pPr>
          </a:lstStyle>
          <a:p>
            <a:pPr>
              <a:lnSpc>
                <a:spcPct val="110000"/>
              </a:lnSpc>
              <a:spcAft>
                <a:spcPts val="1500"/>
              </a:spcAft>
              <a:defRPr sz="2000">
                <a:solidFill>
                  <a:srgbClr val="FFFFFF"/>
                </a:solidFill>
                <a:latin typeface="Libre Baskerville"/>
                <a:ea typeface="Libre Baskerville"/>
                <a:cs typeface="Libre Baskerville"/>
                <a:sym typeface="Libre Baskerville"/>
              </a:defRPr>
            </a:pPr>
            <a:r>
              <a:rPr sz="2001" dirty="0">
                <a:solidFill>
                  <a:srgbClr val="7B6047"/>
                </a:solidFill>
              </a:rPr>
              <a:t>Icons are line-based, geometric yet soft at the corners — reflecting precision and humanity. Illustrations extend the brand voice through fluid contours and natural motion. The details speak softly but clearly.</a:t>
            </a:r>
          </a:p>
        </p:txBody>
      </p:sp>
      <p:sp>
        <p:nvSpPr>
          <p:cNvPr id="360" name="Visual Language"/>
          <p:cNvSpPr txBox="1"/>
          <p:nvPr/>
        </p:nvSpPr>
        <p:spPr>
          <a:xfrm>
            <a:off x="848893" y="9562103"/>
            <a:ext cx="3122648" cy="5182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3000" i="1">
                <a:solidFill>
                  <a:srgbClr val="7B6047"/>
                </a:solidFill>
                <a:latin typeface="Libre Baskerville"/>
                <a:ea typeface="Libre Baskerville"/>
                <a:cs typeface="Libre Baskerville"/>
                <a:sym typeface="Libre Baskerville"/>
              </a:defRPr>
            </a:lvl1pPr>
          </a:lstStyle>
          <a:p>
            <a:r>
              <a:rPr sz="3001"/>
              <a:t>Visual Language</a:t>
            </a:r>
          </a:p>
        </p:txBody>
      </p:sp>
      <p:sp>
        <p:nvSpPr>
          <p:cNvPr id="361" name="Line"/>
          <p:cNvSpPr/>
          <p:nvPr/>
        </p:nvSpPr>
        <p:spPr>
          <a:xfrm>
            <a:off x="848892" y="10258157"/>
            <a:ext cx="4977384" cy="0"/>
          </a:xfrm>
          <a:prstGeom prst="line">
            <a:avLst/>
          </a:prstGeom>
          <a:ln w="25400">
            <a:solidFill>
              <a:srgbClr val="7B6047"/>
            </a:solidFill>
            <a:miter lim="400000"/>
          </a:ln>
        </p:spPr>
        <p:txBody>
          <a:bodyPr lIns="50799" tIns="50799" rIns="50799" bIns="50799" anchor="ctr"/>
          <a:lstStyle/>
          <a:p>
            <a:endParaRPr sz="2401"/>
          </a:p>
        </p:txBody>
      </p:sp>
      <p:sp>
        <p:nvSpPr>
          <p:cNvPr id="362" name="Icon &amp; Illustration"/>
          <p:cNvSpPr txBox="1"/>
          <p:nvPr/>
        </p:nvSpPr>
        <p:spPr>
          <a:xfrm>
            <a:off x="729549" y="6310940"/>
            <a:ext cx="6169915" cy="305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799" tIns="50799" rIns="50799" bIns="50799" anchor="ctr">
            <a:spAutoFit/>
          </a:bodyPr>
          <a:lstStyle>
            <a:lvl1pPr>
              <a:lnSpc>
                <a:spcPct val="10000"/>
              </a:lnSpc>
              <a:defRPr sz="4500">
                <a:latin typeface="Libre Baskerville"/>
                <a:ea typeface="Libre Baskerville"/>
                <a:cs typeface="Libre Baskerville"/>
                <a:sym typeface="Libre Baskerville"/>
              </a:defRPr>
            </a:lvl1pPr>
          </a:lstStyle>
          <a:p>
            <a:r>
              <a:rPr sz="4501"/>
              <a:t>Icon &amp; Illustration</a:t>
            </a:r>
          </a:p>
        </p:txBody>
      </p:sp>
      <p:pic>
        <p:nvPicPr>
          <p:cNvPr id="363" name="Icon.png" descr="Icon.png"/>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7217518" y="2964396"/>
            <a:ext cx="8487256" cy="1339653"/>
          </a:xfrm>
          <a:prstGeom prst="rect">
            <a:avLst/>
          </a:prstGeom>
          <a:ln w="12700">
            <a:miter lim="400000"/>
          </a:ln>
        </p:spPr>
      </p:pic>
      <p:pic>
        <p:nvPicPr>
          <p:cNvPr id="364" name="Icon.png" descr="Icon.png"/>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15561106" y="3007349"/>
            <a:ext cx="8487256" cy="1259284"/>
          </a:xfrm>
          <a:prstGeom prst="rect">
            <a:avLst/>
          </a:prstGeom>
          <a:ln w="12700">
            <a:miter lim="400000"/>
          </a:ln>
        </p:spPr>
      </p:pic>
      <p:pic>
        <p:nvPicPr>
          <p:cNvPr id="365" name="Lunar Illustration 1.png" descr="Lunar Illustration 1.png"/>
          <p:cNvPicPr>
            <a:picLocks noChangeAspect="1"/>
          </p:cNvPicPr>
          <p:nvPr/>
        </p:nvPicPr>
        <p:blipFill>
          <a:blip r:embed="rId5" cstate="hqprint">
            <a:extLst>
              <a:ext uri="{28A0092B-C50C-407E-A947-70E740481C1C}">
                <a14:useLocalDpi xmlns:a14="http://schemas.microsoft.com/office/drawing/2010/main"/>
              </a:ext>
            </a:extLst>
          </a:blip>
          <a:srcRect t="14228" r="2897" b="16494"/>
          <a:stretch>
            <a:fillRect/>
          </a:stretch>
        </p:blipFill>
        <p:spPr>
          <a:xfrm>
            <a:off x="8785744" y="4894941"/>
            <a:ext cx="13726181" cy="6528540"/>
          </a:xfrm>
          <a:prstGeom prst="rect">
            <a:avLst/>
          </a:prstGeom>
          <a:ln w="12700">
            <a:miter lim="400000"/>
          </a:ln>
        </p:spPr>
      </p:pic>
      <p:sp>
        <p:nvSpPr>
          <p:cNvPr id="366" name="Line"/>
          <p:cNvSpPr/>
          <p:nvPr/>
        </p:nvSpPr>
        <p:spPr>
          <a:xfrm>
            <a:off x="7056365" y="13164640"/>
            <a:ext cx="16754839" cy="0"/>
          </a:xfrm>
          <a:prstGeom prst="line">
            <a:avLst/>
          </a:prstGeom>
          <a:ln w="25400">
            <a:solidFill>
              <a:srgbClr val="D5D5D5"/>
            </a:solidFill>
            <a:miter lim="400000"/>
          </a:ln>
        </p:spPr>
        <p:txBody>
          <a:bodyPr lIns="50799" tIns="50799" rIns="50799" bIns="50799" anchor="ctr"/>
          <a:lstStyle/>
          <a:p>
            <a:endParaRPr sz="2401"/>
          </a:p>
        </p:txBody>
      </p:sp>
      <p:sp>
        <p:nvSpPr>
          <p:cNvPr id="367" name="Softness"/>
          <p:cNvSpPr txBox="1"/>
          <p:nvPr/>
        </p:nvSpPr>
        <p:spPr>
          <a:xfrm>
            <a:off x="7089993" y="12579805"/>
            <a:ext cx="1083628"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Softness</a:t>
            </a:r>
          </a:p>
        </p:txBody>
      </p:sp>
      <p:sp>
        <p:nvSpPr>
          <p:cNvPr id="368" name="Humanity"/>
          <p:cNvSpPr txBox="1"/>
          <p:nvPr/>
        </p:nvSpPr>
        <p:spPr>
          <a:xfrm>
            <a:off x="15025554" y="12585363"/>
            <a:ext cx="1317666"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Humanity</a:t>
            </a:r>
          </a:p>
        </p:txBody>
      </p:sp>
      <p:sp>
        <p:nvSpPr>
          <p:cNvPr id="369" name="Balance"/>
          <p:cNvSpPr txBox="1"/>
          <p:nvPr/>
        </p:nvSpPr>
        <p:spPr>
          <a:xfrm>
            <a:off x="22379737" y="12579805"/>
            <a:ext cx="1025920"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Balance</a:t>
            </a:r>
          </a:p>
        </p:txBody>
      </p:sp>
      <p:sp>
        <p:nvSpPr>
          <p:cNvPr id="2" name="LUNA">
            <a:extLst>
              <a:ext uri="{FF2B5EF4-FFF2-40B4-BE49-F238E27FC236}">
                <a16:creationId xmlns:a16="http://schemas.microsoft.com/office/drawing/2014/main" id="{A89FE069-F6A4-05F8-DFF1-551CA4A64203}"/>
              </a:ext>
            </a:extLst>
          </p:cNvPr>
          <p:cNvSpPr txBox="1"/>
          <p:nvPr/>
        </p:nvSpPr>
        <p:spPr>
          <a:xfrm>
            <a:off x="1543498" y="694728"/>
            <a:ext cx="2651365" cy="8101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ctr">
            <a:spAutoFit/>
          </a:bodyPr>
          <a:lstStyle>
            <a:lvl1pPr>
              <a:defRPr sz="5000">
                <a:latin typeface="Recoleta Regular DEMO"/>
                <a:ea typeface="Recoleta Regular DEMO"/>
                <a:cs typeface="Recoleta Regular DEMO"/>
                <a:sym typeface="Recoleta Regular DEMO"/>
              </a:defRPr>
            </a:lvl1pPr>
          </a:lstStyle>
          <a:p>
            <a:r>
              <a:rPr sz="5001" dirty="0">
                <a:latin typeface="DM Serif Display" pitchFamily="2" charset="0"/>
              </a:rPr>
              <a:t>LUNA</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9B8E7C"/>
        </a:solidFill>
        <a:effectLst/>
      </p:bgPr>
    </p:bg>
    <p:spTree>
      <p:nvGrpSpPr>
        <p:cNvPr id="1" name=""/>
        <p:cNvGrpSpPr/>
        <p:nvPr/>
      </p:nvGrpSpPr>
      <p:grpSpPr>
        <a:xfrm>
          <a:off x="0" y="0"/>
          <a:ext cx="0" cy="0"/>
          <a:chOff x="0" y="0"/>
          <a:chExt cx="0" cy="0"/>
        </a:xfrm>
      </p:grpSpPr>
      <p:sp>
        <p:nvSpPr>
          <p:cNvPr id="371" name="Line"/>
          <p:cNvSpPr/>
          <p:nvPr/>
        </p:nvSpPr>
        <p:spPr>
          <a:xfrm>
            <a:off x="7145545" y="635243"/>
            <a:ext cx="16678081" cy="0"/>
          </a:xfrm>
          <a:prstGeom prst="line">
            <a:avLst/>
          </a:prstGeom>
          <a:ln w="25400">
            <a:solidFill>
              <a:srgbClr val="FDF5E5"/>
            </a:solidFill>
            <a:miter lim="400000"/>
          </a:ln>
        </p:spPr>
        <p:txBody>
          <a:bodyPr lIns="50799" tIns="50799" rIns="50799" bIns="50799" anchor="ctr"/>
          <a:lstStyle/>
          <a:p>
            <a:endParaRPr sz="2401"/>
          </a:p>
        </p:txBody>
      </p:sp>
      <p:sp>
        <p:nvSpPr>
          <p:cNvPr id="372" name="Creative Direction"/>
          <p:cNvSpPr txBox="1"/>
          <p:nvPr/>
        </p:nvSpPr>
        <p:spPr>
          <a:xfrm>
            <a:off x="729548" y="4672052"/>
            <a:ext cx="9071492" cy="305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799" tIns="50799" rIns="50799" bIns="50799" anchor="ctr">
            <a:spAutoFit/>
          </a:bodyPr>
          <a:lstStyle>
            <a:lvl1pPr>
              <a:lnSpc>
                <a:spcPct val="10000"/>
              </a:lnSpc>
              <a:defRPr sz="4500">
                <a:solidFill>
                  <a:srgbClr val="FFFFFF"/>
                </a:solidFill>
                <a:latin typeface="Libre Baskerville"/>
                <a:ea typeface="Libre Baskerville"/>
                <a:cs typeface="Libre Baskerville"/>
                <a:sym typeface="Libre Baskerville"/>
              </a:defRPr>
            </a:lvl1pPr>
          </a:lstStyle>
          <a:p>
            <a:r>
              <a:rPr sz="4501"/>
              <a:t>Creative Direction</a:t>
            </a:r>
          </a:p>
        </p:txBody>
      </p:sp>
      <p:pic>
        <p:nvPicPr>
          <p:cNvPr id="373" name="Creative Direction.png" descr="Creative Direction.png"/>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13933568" y="1822746"/>
            <a:ext cx="5355157" cy="6181936"/>
          </a:xfrm>
          <a:prstGeom prst="rect">
            <a:avLst/>
          </a:prstGeom>
          <a:ln w="12700">
            <a:miter lim="400000"/>
          </a:ln>
        </p:spPr>
      </p:pic>
      <p:sp>
        <p:nvSpPr>
          <p:cNvPr id="374" name="Grounded in natural light, organic texture, and human authenticity. The visuals should feel soft, tactile, and real — celebrating the quiet beauty of imperfection."/>
          <p:cNvSpPr txBox="1"/>
          <p:nvPr/>
        </p:nvSpPr>
        <p:spPr>
          <a:xfrm>
            <a:off x="7006745" y="5489423"/>
            <a:ext cx="4992389" cy="17784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t">
            <a:spAutoFit/>
          </a:bodyPr>
          <a:lstStyle>
            <a:lvl1pPr defTabSz="457200">
              <a:lnSpc>
                <a:spcPct val="100000"/>
              </a:lnSpc>
              <a:spcBef>
                <a:spcPts val="0"/>
              </a:spcBef>
              <a:defRPr sz="2000">
                <a:solidFill>
                  <a:srgbClr val="FFFFFF"/>
                </a:solidFill>
                <a:latin typeface="Libre Baskerville"/>
                <a:ea typeface="Libre Baskerville"/>
                <a:cs typeface="Libre Baskerville"/>
                <a:sym typeface="Libre Baskerville"/>
              </a:defRPr>
            </a:lvl1pPr>
          </a:lstStyle>
          <a:p>
            <a:pPr>
              <a:lnSpc>
                <a:spcPct val="110000"/>
              </a:lnSpc>
              <a:spcAft>
                <a:spcPts val="1500"/>
              </a:spcAft>
              <a:defRPr sz="2000">
                <a:solidFill>
                  <a:srgbClr val="FFFFFF"/>
                </a:solidFill>
                <a:latin typeface="Libre Baskerville"/>
                <a:ea typeface="Libre Baskerville"/>
                <a:cs typeface="Libre Baskerville"/>
                <a:sym typeface="Libre Baskerville"/>
              </a:defRPr>
            </a:pPr>
            <a:r>
              <a:rPr sz="2001" dirty="0">
                <a:sym typeface="Helvetica Neue"/>
              </a:rPr>
              <a:t>Grounded in natural light, organic texture, and human authenticity. The visuals should feel soft, tactile, and real — celebrating the quiet beauty of imperfection.</a:t>
            </a:r>
          </a:p>
        </p:txBody>
      </p:sp>
      <p:sp>
        <p:nvSpPr>
          <p:cNvPr id="375" name="Imagery Guidance"/>
          <p:cNvSpPr txBox="1"/>
          <p:nvPr/>
        </p:nvSpPr>
        <p:spPr>
          <a:xfrm>
            <a:off x="7021749" y="4570737"/>
            <a:ext cx="3396762" cy="5182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3000" i="1">
                <a:solidFill>
                  <a:srgbClr val="FDF5E5"/>
                </a:solidFill>
                <a:latin typeface="Libre Baskerville"/>
                <a:ea typeface="Libre Baskerville"/>
                <a:cs typeface="Libre Baskerville"/>
                <a:sym typeface="Libre Baskerville"/>
              </a:defRPr>
            </a:lvl1pPr>
          </a:lstStyle>
          <a:p>
            <a:r>
              <a:rPr sz="3001"/>
              <a:t>Imagery Guidance</a:t>
            </a:r>
          </a:p>
        </p:txBody>
      </p:sp>
      <p:sp>
        <p:nvSpPr>
          <p:cNvPr id="376" name="Line"/>
          <p:cNvSpPr/>
          <p:nvPr/>
        </p:nvSpPr>
        <p:spPr>
          <a:xfrm>
            <a:off x="7021750" y="5266792"/>
            <a:ext cx="4977384" cy="0"/>
          </a:xfrm>
          <a:prstGeom prst="line">
            <a:avLst/>
          </a:prstGeom>
          <a:ln w="25400">
            <a:solidFill>
              <a:srgbClr val="FDF5E5"/>
            </a:solidFill>
            <a:miter lim="400000"/>
          </a:ln>
        </p:spPr>
        <p:txBody>
          <a:bodyPr lIns="50799" tIns="50799" rIns="50799" bIns="50799" anchor="ctr"/>
          <a:lstStyle/>
          <a:p>
            <a:endParaRPr sz="2401"/>
          </a:p>
        </p:txBody>
      </p:sp>
      <p:pic>
        <p:nvPicPr>
          <p:cNvPr id="377" name="37ff18f3-8fd4-4ea2-97ac-7383aa373b0d.jpeg" descr="37ff18f3-8fd4-4ea2-97ac-7383aa373b0d.jpeg"/>
          <p:cNvPicPr>
            <a:picLocks noChangeAspect="1"/>
          </p:cNvPicPr>
          <p:nvPr/>
        </p:nvPicPr>
        <p:blipFill>
          <a:blip r:embed="rId3"/>
          <a:stretch>
            <a:fillRect/>
          </a:stretch>
        </p:blipFill>
        <p:spPr>
          <a:xfrm>
            <a:off x="9220950" y="7718690"/>
            <a:ext cx="4825049" cy="6031311"/>
          </a:xfrm>
          <a:prstGeom prst="rect">
            <a:avLst/>
          </a:prstGeom>
          <a:ln w="12700">
            <a:miter lim="400000"/>
          </a:ln>
        </p:spPr>
      </p:pic>
      <p:pic>
        <p:nvPicPr>
          <p:cNvPr id="378" name="e9859392-0f75-458f-b9d3-446af7b41848.jpeg" descr="e9859392-0f75-458f-b9d3-446af7b41848.jpeg"/>
          <p:cNvPicPr>
            <a:picLocks noChangeAspect="1"/>
          </p:cNvPicPr>
          <p:nvPr/>
        </p:nvPicPr>
        <p:blipFill>
          <a:blip r:embed="rId4"/>
          <a:stretch>
            <a:fillRect/>
          </a:stretch>
        </p:blipFill>
        <p:spPr>
          <a:xfrm>
            <a:off x="5238" y="7731839"/>
            <a:ext cx="4825049" cy="6031311"/>
          </a:xfrm>
          <a:prstGeom prst="rect">
            <a:avLst/>
          </a:prstGeom>
          <a:ln w="12700">
            <a:miter lim="400000"/>
          </a:ln>
        </p:spPr>
      </p:pic>
      <p:pic>
        <p:nvPicPr>
          <p:cNvPr id="379" name="ChatGPT Image Nov 1, 2025 at 01_21_21 AM.png" descr="ChatGPT Image Nov 1, 2025 at 01_21_21 AM.png"/>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4750795" y="7718690"/>
            <a:ext cx="4500574" cy="6031451"/>
          </a:xfrm>
          <a:prstGeom prst="rect">
            <a:avLst/>
          </a:prstGeom>
          <a:ln w="12700">
            <a:miter lim="400000"/>
          </a:ln>
        </p:spPr>
      </p:pic>
      <p:pic>
        <p:nvPicPr>
          <p:cNvPr id="380" name="Creative Direction.png" descr="Creative Direction.png"/>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19205119" y="1816456"/>
            <a:ext cx="5227941" cy="6016713"/>
          </a:xfrm>
          <a:prstGeom prst="rect">
            <a:avLst/>
          </a:prstGeom>
          <a:ln w="12700">
            <a:miter lim="400000"/>
          </a:ln>
        </p:spPr>
      </p:pic>
      <p:pic>
        <p:nvPicPr>
          <p:cNvPr id="381" name="Creative Direction.png" descr="Creative Direction.png"/>
          <p:cNvPicPr>
            <a:picLocks noChangeAspect="1"/>
          </p:cNvPicPr>
          <p:nvPr/>
        </p:nvPicPr>
        <p:blipFill>
          <a:blip r:embed="rId7" cstate="hqprint">
            <a:extLst>
              <a:ext uri="{28A0092B-C50C-407E-A947-70E740481C1C}">
                <a14:useLocalDpi xmlns:a14="http://schemas.microsoft.com/office/drawing/2010/main"/>
              </a:ext>
            </a:extLst>
          </a:blip>
          <a:srcRect/>
          <a:stretch>
            <a:fillRect/>
          </a:stretch>
        </p:blipFill>
        <p:spPr>
          <a:xfrm>
            <a:off x="19149755" y="7709957"/>
            <a:ext cx="5228055" cy="6031213"/>
          </a:xfrm>
          <a:prstGeom prst="rect">
            <a:avLst/>
          </a:prstGeom>
          <a:ln w="12700">
            <a:miter lim="400000"/>
          </a:ln>
        </p:spPr>
      </p:pic>
      <p:pic>
        <p:nvPicPr>
          <p:cNvPr id="382" name="Creative Direction.png" descr="Creative Direction.png"/>
          <p:cNvPicPr>
            <a:picLocks noChangeAspect="1"/>
          </p:cNvPicPr>
          <p:nvPr/>
        </p:nvPicPr>
        <p:blipFill>
          <a:blip r:embed="rId8" cstate="hqprint">
            <a:extLst>
              <a:ext uri="{28A0092B-C50C-407E-A947-70E740481C1C}">
                <a14:useLocalDpi xmlns:a14="http://schemas.microsoft.com/office/drawing/2010/main"/>
              </a:ext>
            </a:extLst>
          </a:blip>
          <a:srcRect/>
          <a:stretch>
            <a:fillRect/>
          </a:stretch>
        </p:blipFill>
        <p:spPr>
          <a:xfrm>
            <a:off x="13931572" y="7710162"/>
            <a:ext cx="5227875" cy="6031007"/>
          </a:xfrm>
          <a:prstGeom prst="rect">
            <a:avLst/>
          </a:prstGeom>
          <a:ln w="12700">
            <a:miter lim="400000"/>
          </a:ln>
        </p:spPr>
      </p:pic>
      <p:sp>
        <p:nvSpPr>
          <p:cNvPr id="383" name="LUNA"/>
          <p:cNvSpPr txBox="1"/>
          <p:nvPr/>
        </p:nvSpPr>
        <p:spPr>
          <a:xfrm>
            <a:off x="1543498" y="694728"/>
            <a:ext cx="2651365" cy="8101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ctr">
            <a:spAutoFit/>
          </a:bodyPr>
          <a:lstStyle>
            <a:lvl1pPr>
              <a:defRPr sz="5000">
                <a:solidFill>
                  <a:srgbClr val="FDF5E5"/>
                </a:solidFill>
                <a:latin typeface="Recoleta Regular DEMO"/>
                <a:ea typeface="Recoleta Regular DEMO"/>
                <a:cs typeface="Recoleta Regular DEMO"/>
                <a:sym typeface="Recoleta Regular DEMO"/>
              </a:defRPr>
            </a:lvl1pPr>
          </a:lstStyle>
          <a:p>
            <a:r>
              <a:rPr sz="5001" dirty="0">
                <a:latin typeface="DM Serif Display" pitchFamily="2" charset="0"/>
              </a:rPr>
              <a:t>LUNA</a:t>
            </a:r>
          </a:p>
        </p:txBody>
      </p:sp>
      <p:pic>
        <p:nvPicPr>
          <p:cNvPr id="384" name="Logo White.png" descr="Logo White.png"/>
          <p:cNvPicPr>
            <a:picLocks noChangeAspect="1"/>
          </p:cNvPicPr>
          <p:nvPr/>
        </p:nvPicPr>
        <p:blipFill>
          <a:blip r:embed="rId9" cstate="hqprint">
            <a:extLst>
              <a:ext uri="{28A0092B-C50C-407E-A947-70E740481C1C}">
                <a14:useLocalDpi xmlns:a14="http://schemas.microsoft.com/office/drawing/2010/main"/>
              </a:ext>
            </a:extLst>
          </a:blip>
          <a:srcRect/>
          <a:stretch>
            <a:fillRect/>
          </a:stretch>
        </p:blipFill>
        <p:spPr>
          <a:xfrm>
            <a:off x="885229" y="764248"/>
            <a:ext cx="590170" cy="620336"/>
          </a:xfrm>
          <a:prstGeom prst="rect">
            <a:avLst/>
          </a:prstGeom>
          <a:ln w="12700">
            <a:miter lim="400000"/>
          </a:ln>
        </p:spPr>
      </p:pic>
      <p:sp>
        <p:nvSpPr>
          <p:cNvPr id="385" name="Luna Studio"/>
          <p:cNvSpPr txBox="1"/>
          <p:nvPr/>
        </p:nvSpPr>
        <p:spPr>
          <a:xfrm>
            <a:off x="7176227" y="765309"/>
            <a:ext cx="155170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Luna Studio</a:t>
            </a:r>
          </a:p>
        </p:txBody>
      </p:sp>
      <p:sp>
        <p:nvSpPr>
          <p:cNvPr id="386" name="www.lunastudio.com"/>
          <p:cNvSpPr txBox="1"/>
          <p:nvPr/>
        </p:nvSpPr>
        <p:spPr>
          <a:xfrm>
            <a:off x="14313193" y="778010"/>
            <a:ext cx="2584039"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www.lunastudio.com</a:t>
            </a:r>
          </a:p>
        </p:txBody>
      </p:sp>
      <p:sp>
        <p:nvSpPr>
          <p:cNvPr id="387" name="October 2025"/>
          <p:cNvSpPr txBox="1"/>
          <p:nvPr/>
        </p:nvSpPr>
        <p:spPr>
          <a:xfrm>
            <a:off x="22150907" y="765309"/>
            <a:ext cx="1723227"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October 2025</a:t>
            </a:r>
          </a:p>
        </p:txBody>
      </p:sp>
      <p:sp>
        <p:nvSpPr>
          <p:cNvPr id="388" name="Brand Guideline"/>
          <p:cNvSpPr txBox="1"/>
          <p:nvPr/>
        </p:nvSpPr>
        <p:spPr>
          <a:xfrm>
            <a:off x="7176226" y="1115770"/>
            <a:ext cx="2064666"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Brand Guideline</a:t>
            </a:r>
          </a:p>
        </p:txBody>
      </p:sp>
      <p:sp>
        <p:nvSpPr>
          <p:cNvPr id="389" name="info@lunastudio.com"/>
          <p:cNvSpPr txBox="1"/>
          <p:nvPr/>
        </p:nvSpPr>
        <p:spPr>
          <a:xfrm>
            <a:off x="14323114" y="1128471"/>
            <a:ext cx="265136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info@lunastudio.com</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9F3"/>
        </a:solidFill>
        <a:effectLst/>
      </p:bgPr>
    </p:bg>
    <p:spTree>
      <p:nvGrpSpPr>
        <p:cNvPr id="1" name=""/>
        <p:cNvGrpSpPr/>
        <p:nvPr/>
      </p:nvGrpSpPr>
      <p:grpSpPr>
        <a:xfrm>
          <a:off x="0" y="0"/>
          <a:ext cx="0" cy="0"/>
          <a:chOff x="0" y="0"/>
          <a:chExt cx="0" cy="0"/>
        </a:xfrm>
      </p:grpSpPr>
      <p:sp>
        <p:nvSpPr>
          <p:cNvPr id="391" name="Line"/>
          <p:cNvSpPr/>
          <p:nvPr/>
        </p:nvSpPr>
        <p:spPr>
          <a:xfrm>
            <a:off x="7145545" y="635243"/>
            <a:ext cx="16678081" cy="0"/>
          </a:xfrm>
          <a:prstGeom prst="line">
            <a:avLst/>
          </a:prstGeom>
          <a:ln w="25400">
            <a:solidFill>
              <a:srgbClr val="D5D5D5"/>
            </a:solidFill>
            <a:miter lim="400000"/>
          </a:ln>
        </p:spPr>
        <p:txBody>
          <a:bodyPr lIns="50799" tIns="50799" rIns="50799" bIns="50799" anchor="ctr"/>
          <a:lstStyle/>
          <a:p>
            <a:endParaRPr sz="2401"/>
          </a:p>
        </p:txBody>
      </p:sp>
      <p:sp>
        <p:nvSpPr>
          <p:cNvPr id="392" name="Luna Studio"/>
          <p:cNvSpPr txBox="1"/>
          <p:nvPr/>
        </p:nvSpPr>
        <p:spPr>
          <a:xfrm>
            <a:off x="7176227" y="765309"/>
            <a:ext cx="155170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Luna Studio</a:t>
            </a:r>
          </a:p>
        </p:txBody>
      </p:sp>
      <p:sp>
        <p:nvSpPr>
          <p:cNvPr id="393" name="www.lunastudio.com"/>
          <p:cNvSpPr txBox="1"/>
          <p:nvPr/>
        </p:nvSpPr>
        <p:spPr>
          <a:xfrm>
            <a:off x="14313193" y="778010"/>
            <a:ext cx="2584039"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www.lunastudio.com</a:t>
            </a:r>
          </a:p>
        </p:txBody>
      </p:sp>
      <p:sp>
        <p:nvSpPr>
          <p:cNvPr id="394" name="October 2025"/>
          <p:cNvSpPr txBox="1"/>
          <p:nvPr/>
        </p:nvSpPr>
        <p:spPr>
          <a:xfrm>
            <a:off x="22150907" y="765309"/>
            <a:ext cx="1723227"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October 2025</a:t>
            </a:r>
          </a:p>
        </p:txBody>
      </p:sp>
      <p:sp>
        <p:nvSpPr>
          <p:cNvPr id="396" name="Brand Guideline"/>
          <p:cNvSpPr txBox="1"/>
          <p:nvPr/>
        </p:nvSpPr>
        <p:spPr>
          <a:xfrm>
            <a:off x="7176226" y="1115770"/>
            <a:ext cx="2064666"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Brand Guideline</a:t>
            </a:r>
          </a:p>
        </p:txBody>
      </p:sp>
      <p:sp>
        <p:nvSpPr>
          <p:cNvPr id="397" name="info@lunastudio.com"/>
          <p:cNvSpPr txBox="1"/>
          <p:nvPr/>
        </p:nvSpPr>
        <p:spPr>
          <a:xfrm>
            <a:off x="14323114" y="1128471"/>
            <a:ext cx="265136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info@lunastudio.com</a:t>
            </a:r>
          </a:p>
        </p:txBody>
      </p:sp>
      <p:pic>
        <p:nvPicPr>
          <p:cNvPr id="398" name="Logo Icon.png" descr="Logo Icon.png"/>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885229" y="764248"/>
            <a:ext cx="590170" cy="620336"/>
          </a:xfrm>
          <a:prstGeom prst="rect">
            <a:avLst/>
          </a:prstGeom>
          <a:ln w="12700">
            <a:miter lim="400000"/>
          </a:ln>
        </p:spPr>
      </p:pic>
      <p:sp>
        <p:nvSpPr>
          <p:cNvPr id="399" name="Each screen reflects Luna’s quiet confidence — minimal forms, warm tones, and spacious compositions that translate serenity into every digital touchpoint."/>
          <p:cNvSpPr txBox="1"/>
          <p:nvPr/>
        </p:nvSpPr>
        <p:spPr>
          <a:xfrm>
            <a:off x="811739" y="10980990"/>
            <a:ext cx="5014537" cy="17784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t">
            <a:spAutoFit/>
          </a:bodyPr>
          <a:lstStyle>
            <a:lvl1pPr defTabSz="457200">
              <a:lnSpc>
                <a:spcPct val="100000"/>
              </a:lnSpc>
              <a:spcBef>
                <a:spcPts val="0"/>
              </a:spcBef>
              <a:defRPr sz="2000">
                <a:latin typeface="Libre Baskerville"/>
                <a:ea typeface="Libre Baskerville"/>
                <a:cs typeface="Libre Baskerville"/>
                <a:sym typeface="Libre Baskerville"/>
              </a:defRPr>
            </a:lvl1pPr>
          </a:lstStyle>
          <a:p>
            <a:pPr>
              <a:lnSpc>
                <a:spcPct val="110000"/>
              </a:lnSpc>
              <a:spcAft>
                <a:spcPts val="1500"/>
              </a:spcAft>
              <a:defRPr sz="2000">
                <a:solidFill>
                  <a:srgbClr val="FFFFFF"/>
                </a:solidFill>
                <a:latin typeface="Libre Baskerville"/>
                <a:ea typeface="Libre Baskerville"/>
                <a:cs typeface="Libre Baskerville"/>
                <a:sym typeface="Libre Baskerville"/>
              </a:defRPr>
            </a:pPr>
            <a:r>
              <a:rPr sz="2001" dirty="0">
                <a:solidFill>
                  <a:srgbClr val="7B6047"/>
                </a:solidFill>
              </a:rPr>
              <a:t>Each screen reflects Luna’s quiet confidence — minimal forms, warm tones, and spacious compositions that translate serenity into every digital touchpoint.</a:t>
            </a:r>
          </a:p>
        </p:txBody>
      </p:sp>
      <p:sp>
        <p:nvSpPr>
          <p:cNvPr id="400" name="Digital Presence"/>
          <p:cNvSpPr txBox="1"/>
          <p:nvPr/>
        </p:nvSpPr>
        <p:spPr>
          <a:xfrm>
            <a:off x="848893" y="10133604"/>
            <a:ext cx="3005629" cy="5182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3000" i="1">
                <a:solidFill>
                  <a:srgbClr val="7B6047"/>
                </a:solidFill>
                <a:latin typeface="Libre Baskerville"/>
                <a:ea typeface="Libre Baskerville"/>
                <a:cs typeface="Libre Baskerville"/>
                <a:sym typeface="Libre Baskerville"/>
              </a:defRPr>
            </a:lvl1pPr>
          </a:lstStyle>
          <a:p>
            <a:r>
              <a:rPr sz="3001"/>
              <a:t>Digital Presence</a:t>
            </a:r>
          </a:p>
        </p:txBody>
      </p:sp>
      <p:sp>
        <p:nvSpPr>
          <p:cNvPr id="401" name="Line"/>
          <p:cNvSpPr/>
          <p:nvPr/>
        </p:nvSpPr>
        <p:spPr>
          <a:xfrm>
            <a:off x="848892" y="10829656"/>
            <a:ext cx="4977384" cy="0"/>
          </a:xfrm>
          <a:prstGeom prst="line">
            <a:avLst/>
          </a:prstGeom>
          <a:ln w="25400">
            <a:solidFill>
              <a:srgbClr val="7B6047"/>
            </a:solidFill>
            <a:miter lim="400000"/>
          </a:ln>
        </p:spPr>
        <p:txBody>
          <a:bodyPr lIns="50799" tIns="50799" rIns="50799" bIns="50799" anchor="ctr"/>
          <a:lstStyle/>
          <a:p>
            <a:endParaRPr sz="2401"/>
          </a:p>
        </p:txBody>
      </p:sp>
      <p:sp>
        <p:nvSpPr>
          <p:cNvPr id="402" name="Media Identity"/>
          <p:cNvSpPr txBox="1"/>
          <p:nvPr/>
        </p:nvSpPr>
        <p:spPr>
          <a:xfrm>
            <a:off x="729549" y="6310940"/>
            <a:ext cx="6169915" cy="305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799" tIns="50799" rIns="50799" bIns="50799" anchor="ctr">
            <a:spAutoFit/>
          </a:bodyPr>
          <a:lstStyle>
            <a:lvl1pPr>
              <a:lnSpc>
                <a:spcPct val="10000"/>
              </a:lnSpc>
              <a:defRPr sz="4500">
                <a:latin typeface="Libre Baskerville"/>
                <a:ea typeface="Libre Baskerville"/>
                <a:cs typeface="Libre Baskerville"/>
                <a:sym typeface="Libre Baskerville"/>
              </a:defRPr>
            </a:lvl1pPr>
          </a:lstStyle>
          <a:p>
            <a:r>
              <a:rPr sz="4501"/>
              <a:t>Media Identity</a:t>
            </a:r>
          </a:p>
        </p:txBody>
      </p:sp>
      <p:pic>
        <p:nvPicPr>
          <p:cNvPr id="403" name="ChatGPT Image Nov 4, 2025 at 02_05_29 AM.png" descr="ChatGPT Image Nov 4, 2025 at 02_05_29 AM.png"/>
          <p:cNvPicPr>
            <a:picLocks noChangeAspect="1"/>
          </p:cNvPicPr>
          <p:nvPr/>
        </p:nvPicPr>
        <p:blipFill>
          <a:blip r:embed="rId3"/>
          <a:stretch>
            <a:fillRect/>
          </a:stretch>
        </p:blipFill>
        <p:spPr>
          <a:xfrm>
            <a:off x="7107168" y="1935486"/>
            <a:ext cx="17683693" cy="11789130"/>
          </a:xfrm>
          <a:prstGeom prst="rect">
            <a:avLst/>
          </a:prstGeom>
          <a:ln w="12700">
            <a:miter lim="400000"/>
          </a:ln>
        </p:spPr>
      </p:pic>
      <p:sp>
        <p:nvSpPr>
          <p:cNvPr id="2" name="LUNA">
            <a:extLst>
              <a:ext uri="{FF2B5EF4-FFF2-40B4-BE49-F238E27FC236}">
                <a16:creationId xmlns:a16="http://schemas.microsoft.com/office/drawing/2014/main" id="{3DE9159B-1800-47D2-2C11-073BD8D7952D}"/>
              </a:ext>
            </a:extLst>
          </p:cNvPr>
          <p:cNvSpPr txBox="1"/>
          <p:nvPr/>
        </p:nvSpPr>
        <p:spPr>
          <a:xfrm>
            <a:off x="1543498" y="694728"/>
            <a:ext cx="2651365" cy="8101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ctr">
            <a:spAutoFit/>
          </a:bodyPr>
          <a:lstStyle>
            <a:lvl1pPr>
              <a:defRPr sz="5000">
                <a:latin typeface="Recoleta Regular DEMO"/>
                <a:ea typeface="Recoleta Regular DEMO"/>
                <a:cs typeface="Recoleta Regular DEMO"/>
                <a:sym typeface="Recoleta Regular DEMO"/>
              </a:defRPr>
            </a:lvl1pPr>
          </a:lstStyle>
          <a:p>
            <a:r>
              <a:rPr sz="5001" dirty="0">
                <a:latin typeface="DM Serif Display" pitchFamily="2" charset="0"/>
              </a:rPr>
              <a:t>LUNA</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E2F25"/>
        </a:solidFill>
        <a:effectLst/>
      </p:bgPr>
    </p:bg>
    <p:spTree>
      <p:nvGrpSpPr>
        <p:cNvPr id="1" name=""/>
        <p:cNvGrpSpPr/>
        <p:nvPr/>
      </p:nvGrpSpPr>
      <p:grpSpPr>
        <a:xfrm>
          <a:off x="0" y="0"/>
          <a:ext cx="0" cy="0"/>
          <a:chOff x="0" y="0"/>
          <a:chExt cx="0" cy="0"/>
        </a:xfrm>
      </p:grpSpPr>
      <p:sp>
        <p:nvSpPr>
          <p:cNvPr id="405" name="Line"/>
          <p:cNvSpPr/>
          <p:nvPr/>
        </p:nvSpPr>
        <p:spPr>
          <a:xfrm>
            <a:off x="7145545" y="635243"/>
            <a:ext cx="16678081" cy="0"/>
          </a:xfrm>
          <a:prstGeom prst="line">
            <a:avLst/>
          </a:prstGeom>
          <a:ln w="25400">
            <a:solidFill>
              <a:srgbClr val="D5D5D5"/>
            </a:solidFill>
            <a:miter lim="400000"/>
          </a:ln>
        </p:spPr>
        <p:txBody>
          <a:bodyPr lIns="50799" tIns="50799" rIns="50799" bIns="50799" anchor="ctr"/>
          <a:lstStyle/>
          <a:p>
            <a:endParaRPr sz="2401"/>
          </a:p>
        </p:txBody>
      </p:sp>
      <p:sp>
        <p:nvSpPr>
          <p:cNvPr id="406" name="Luna Studio"/>
          <p:cNvSpPr txBox="1"/>
          <p:nvPr/>
        </p:nvSpPr>
        <p:spPr>
          <a:xfrm>
            <a:off x="7176227" y="765309"/>
            <a:ext cx="155170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Luna Studio</a:t>
            </a:r>
          </a:p>
        </p:txBody>
      </p:sp>
      <p:sp>
        <p:nvSpPr>
          <p:cNvPr id="407" name="www.lunastudio.com"/>
          <p:cNvSpPr txBox="1"/>
          <p:nvPr/>
        </p:nvSpPr>
        <p:spPr>
          <a:xfrm>
            <a:off x="14313193" y="778010"/>
            <a:ext cx="2584039"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www.lunastudio.com</a:t>
            </a:r>
          </a:p>
        </p:txBody>
      </p:sp>
      <p:sp>
        <p:nvSpPr>
          <p:cNvPr id="408" name="October 2025"/>
          <p:cNvSpPr txBox="1"/>
          <p:nvPr/>
        </p:nvSpPr>
        <p:spPr>
          <a:xfrm>
            <a:off x="22150907" y="765309"/>
            <a:ext cx="1723227"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October 2025</a:t>
            </a:r>
          </a:p>
        </p:txBody>
      </p:sp>
      <p:sp>
        <p:nvSpPr>
          <p:cNvPr id="409" name="LUNA"/>
          <p:cNvSpPr txBox="1"/>
          <p:nvPr/>
        </p:nvSpPr>
        <p:spPr>
          <a:xfrm>
            <a:off x="1543498" y="694728"/>
            <a:ext cx="2445676" cy="8101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ctr">
            <a:spAutoFit/>
          </a:bodyPr>
          <a:lstStyle>
            <a:lvl1pPr>
              <a:defRPr sz="5000">
                <a:solidFill>
                  <a:srgbClr val="FDF5E5"/>
                </a:solidFill>
                <a:latin typeface="Recoleta Regular DEMO"/>
                <a:ea typeface="Recoleta Regular DEMO"/>
                <a:cs typeface="Recoleta Regular DEMO"/>
                <a:sym typeface="Recoleta Regular DEMO"/>
              </a:defRPr>
            </a:lvl1pPr>
          </a:lstStyle>
          <a:p>
            <a:r>
              <a:rPr sz="5001" dirty="0">
                <a:latin typeface="DM Serif Display" pitchFamily="2" charset="0"/>
              </a:rPr>
              <a:t>LUNA</a:t>
            </a:r>
          </a:p>
        </p:txBody>
      </p:sp>
      <p:sp>
        <p:nvSpPr>
          <p:cNvPr id="410" name="Brand Guideline"/>
          <p:cNvSpPr txBox="1"/>
          <p:nvPr/>
        </p:nvSpPr>
        <p:spPr>
          <a:xfrm>
            <a:off x="7176226" y="1115770"/>
            <a:ext cx="2064666"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Brand Guideline</a:t>
            </a:r>
          </a:p>
        </p:txBody>
      </p:sp>
      <p:sp>
        <p:nvSpPr>
          <p:cNvPr id="411" name="info@lunastudio.com"/>
          <p:cNvSpPr txBox="1"/>
          <p:nvPr/>
        </p:nvSpPr>
        <p:spPr>
          <a:xfrm>
            <a:off x="14323114" y="1128471"/>
            <a:ext cx="265136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solidFill>
                  <a:srgbClr val="FFFFFF"/>
                </a:solidFill>
                <a:latin typeface="Libre Baskerville"/>
                <a:ea typeface="Libre Baskerville"/>
                <a:cs typeface="Libre Baskerville"/>
                <a:sym typeface="Libre Baskerville"/>
              </a:defRPr>
            </a:lvl1pPr>
          </a:lstStyle>
          <a:p>
            <a:r>
              <a:t>info@lunastudio.com</a:t>
            </a:r>
          </a:p>
        </p:txBody>
      </p:sp>
      <p:sp>
        <p:nvSpPr>
          <p:cNvPr id="412" name="Brand Application"/>
          <p:cNvSpPr txBox="1"/>
          <p:nvPr/>
        </p:nvSpPr>
        <p:spPr>
          <a:xfrm>
            <a:off x="729549" y="6310940"/>
            <a:ext cx="5857561" cy="305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799" tIns="50799" rIns="50799" bIns="50799" anchor="ctr">
            <a:spAutoFit/>
          </a:bodyPr>
          <a:lstStyle>
            <a:lvl1pPr>
              <a:lnSpc>
                <a:spcPct val="10000"/>
              </a:lnSpc>
              <a:defRPr sz="4500">
                <a:solidFill>
                  <a:srgbClr val="FFFFFF"/>
                </a:solidFill>
                <a:latin typeface="Libre Baskerville"/>
                <a:ea typeface="Libre Baskerville"/>
                <a:cs typeface="Libre Baskerville"/>
                <a:sym typeface="Libre Baskerville"/>
              </a:defRPr>
            </a:lvl1pPr>
          </a:lstStyle>
          <a:p>
            <a:r>
              <a:rPr sz="4501"/>
              <a:t>Brand Application</a:t>
            </a:r>
          </a:p>
        </p:txBody>
      </p:sp>
      <p:sp>
        <p:nvSpPr>
          <p:cNvPr id="413" name="From paper to packaging, Luna’s visual system embodies tactile calm — where structure meets softness and every detail feels intentional."/>
          <p:cNvSpPr txBox="1"/>
          <p:nvPr/>
        </p:nvSpPr>
        <p:spPr>
          <a:xfrm>
            <a:off x="811739" y="11369160"/>
            <a:ext cx="5014537" cy="14397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799" tIns="50799" rIns="50799" bIns="50799" anchor="t">
            <a:spAutoFit/>
          </a:bodyPr>
          <a:lstStyle>
            <a:lvl1pPr defTabSz="457200">
              <a:lnSpc>
                <a:spcPct val="100000"/>
              </a:lnSpc>
              <a:spcBef>
                <a:spcPts val="1200"/>
              </a:spcBef>
              <a:defRPr sz="2000">
                <a:solidFill>
                  <a:srgbClr val="FFFFFF"/>
                </a:solidFill>
                <a:latin typeface="Libre Baskerville"/>
                <a:ea typeface="Libre Baskerville"/>
                <a:cs typeface="Libre Baskerville"/>
                <a:sym typeface="Libre Baskerville"/>
              </a:defRPr>
            </a:lvl1pPr>
          </a:lstStyle>
          <a:p>
            <a:pPr>
              <a:lnSpc>
                <a:spcPct val="110000"/>
              </a:lnSpc>
              <a:spcBef>
                <a:spcPts val="0"/>
              </a:spcBef>
              <a:spcAft>
                <a:spcPts val="1500"/>
              </a:spcAft>
              <a:defRPr sz="2000">
                <a:solidFill>
                  <a:srgbClr val="FFFFFF"/>
                </a:solidFill>
                <a:latin typeface="Libre Baskerville"/>
                <a:ea typeface="Libre Baskerville"/>
                <a:cs typeface="Libre Baskerville"/>
                <a:sym typeface="Libre Baskerville"/>
              </a:defRPr>
            </a:pPr>
            <a:r>
              <a:rPr sz="2001" dirty="0">
                <a:sym typeface="Helvetica Neue"/>
              </a:rPr>
              <a:t>From paper to packaging, Luna’s visual system embodies tactile calm — where structure meets softness and every detail feels intentional.</a:t>
            </a:r>
          </a:p>
        </p:txBody>
      </p:sp>
      <p:sp>
        <p:nvSpPr>
          <p:cNvPr id="414" name="Brand Language"/>
          <p:cNvSpPr txBox="1"/>
          <p:nvPr/>
        </p:nvSpPr>
        <p:spPr>
          <a:xfrm>
            <a:off x="848893" y="10435289"/>
            <a:ext cx="3140281" cy="5182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3000" i="1">
                <a:solidFill>
                  <a:srgbClr val="FDF5E5"/>
                </a:solidFill>
                <a:latin typeface="Libre Baskerville"/>
                <a:ea typeface="Libre Baskerville"/>
                <a:cs typeface="Libre Baskerville"/>
                <a:sym typeface="Libre Baskerville"/>
              </a:defRPr>
            </a:lvl1pPr>
          </a:lstStyle>
          <a:p>
            <a:r>
              <a:rPr sz="3001"/>
              <a:t>Brand Language</a:t>
            </a:r>
          </a:p>
        </p:txBody>
      </p:sp>
      <p:sp>
        <p:nvSpPr>
          <p:cNvPr id="415" name="Line"/>
          <p:cNvSpPr/>
          <p:nvPr/>
        </p:nvSpPr>
        <p:spPr>
          <a:xfrm>
            <a:off x="848892" y="11131343"/>
            <a:ext cx="4977384" cy="0"/>
          </a:xfrm>
          <a:prstGeom prst="line">
            <a:avLst/>
          </a:prstGeom>
          <a:ln w="25400">
            <a:solidFill>
              <a:srgbClr val="FDF5E5"/>
            </a:solidFill>
            <a:miter lim="400000"/>
          </a:ln>
        </p:spPr>
        <p:txBody>
          <a:bodyPr lIns="50799" tIns="50799" rIns="50799" bIns="50799" anchor="ctr"/>
          <a:lstStyle/>
          <a:p>
            <a:endParaRPr sz="2401"/>
          </a:p>
        </p:txBody>
      </p:sp>
      <p:pic>
        <p:nvPicPr>
          <p:cNvPr id="416" name="Logo White.png" descr="Logo White.png"/>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885229" y="764248"/>
            <a:ext cx="590170" cy="620336"/>
          </a:xfrm>
          <a:prstGeom prst="rect">
            <a:avLst/>
          </a:prstGeom>
          <a:ln w="12700">
            <a:miter lim="400000"/>
          </a:ln>
        </p:spPr>
      </p:pic>
      <p:pic>
        <p:nvPicPr>
          <p:cNvPr id="417" name="ChatGPT Image Nov 4, 2025 at 02_12_30 AM.png" descr="ChatGPT Image Nov 4, 2025 at 02_12_30 AM.png"/>
          <p:cNvPicPr>
            <a:picLocks noChangeAspect="1"/>
          </p:cNvPicPr>
          <p:nvPr/>
        </p:nvPicPr>
        <p:blipFill>
          <a:blip r:embed="rId3"/>
          <a:stretch>
            <a:fillRect/>
          </a:stretch>
        </p:blipFill>
        <p:spPr>
          <a:xfrm>
            <a:off x="12864850" y="2105952"/>
            <a:ext cx="11620864" cy="11620864"/>
          </a:xfrm>
          <a:prstGeom prst="rect">
            <a:avLst/>
          </a:prstGeom>
          <a:ln w="12700">
            <a:miter lim="400000"/>
          </a:ln>
        </p:spPr>
      </p:pic>
      <p:pic>
        <p:nvPicPr>
          <p:cNvPr id="418" name="ChatGPT Image Nov 4, 2025 at 02_12_51 AM.png" descr="ChatGPT Image Nov 4, 2025 at 02_12_51 AM.png"/>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7064555" y="2106157"/>
            <a:ext cx="5822880" cy="11620622"/>
          </a:xfrm>
          <a:prstGeom prst="rect">
            <a:avLst/>
          </a:prstGeom>
          <a:ln w="12700">
            <a:miter lim="400000"/>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420" name="Line"/>
          <p:cNvSpPr/>
          <p:nvPr/>
        </p:nvSpPr>
        <p:spPr>
          <a:xfrm>
            <a:off x="7145545" y="635243"/>
            <a:ext cx="16678081" cy="0"/>
          </a:xfrm>
          <a:prstGeom prst="line">
            <a:avLst/>
          </a:prstGeom>
          <a:ln w="25400">
            <a:solidFill>
              <a:srgbClr val="D5D5D5"/>
            </a:solidFill>
            <a:miter lim="400000"/>
          </a:ln>
        </p:spPr>
        <p:txBody>
          <a:bodyPr lIns="50799" tIns="50799" rIns="50799" bIns="50799" anchor="ctr"/>
          <a:lstStyle/>
          <a:p>
            <a:endParaRPr sz="2401"/>
          </a:p>
        </p:txBody>
      </p:sp>
      <p:sp>
        <p:nvSpPr>
          <p:cNvPr id="421" name="Luna Studio"/>
          <p:cNvSpPr txBox="1"/>
          <p:nvPr/>
        </p:nvSpPr>
        <p:spPr>
          <a:xfrm>
            <a:off x="7176227" y="765309"/>
            <a:ext cx="155170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Luna Studio</a:t>
            </a:r>
          </a:p>
        </p:txBody>
      </p:sp>
      <p:sp>
        <p:nvSpPr>
          <p:cNvPr id="422" name="www.lunastudio.com"/>
          <p:cNvSpPr txBox="1"/>
          <p:nvPr/>
        </p:nvSpPr>
        <p:spPr>
          <a:xfrm>
            <a:off x="14313193" y="778010"/>
            <a:ext cx="2584039"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www.lunastudio.com</a:t>
            </a:r>
          </a:p>
        </p:txBody>
      </p:sp>
      <p:sp>
        <p:nvSpPr>
          <p:cNvPr id="423" name="October 2025"/>
          <p:cNvSpPr txBox="1"/>
          <p:nvPr/>
        </p:nvSpPr>
        <p:spPr>
          <a:xfrm>
            <a:off x="22150907" y="765309"/>
            <a:ext cx="1723227"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October 2025</a:t>
            </a:r>
          </a:p>
        </p:txBody>
      </p:sp>
      <p:sp>
        <p:nvSpPr>
          <p:cNvPr id="424" name="LUNA"/>
          <p:cNvSpPr txBox="1"/>
          <p:nvPr/>
        </p:nvSpPr>
        <p:spPr>
          <a:xfrm>
            <a:off x="1543498" y="694728"/>
            <a:ext cx="1700785" cy="8101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5000">
                <a:latin typeface="Recoleta Regular DEMO"/>
                <a:ea typeface="Recoleta Regular DEMO"/>
                <a:cs typeface="Recoleta Regular DEMO"/>
                <a:sym typeface="Recoleta Regular DEMO"/>
              </a:defRPr>
            </a:lvl1pPr>
          </a:lstStyle>
          <a:p>
            <a:r>
              <a:rPr sz="5001">
                <a:latin typeface="DM Serif Display" pitchFamily="2" charset="0"/>
              </a:rPr>
              <a:t>LUNA</a:t>
            </a:r>
          </a:p>
        </p:txBody>
      </p:sp>
      <p:sp>
        <p:nvSpPr>
          <p:cNvPr id="425" name="Brand Guideline"/>
          <p:cNvSpPr txBox="1"/>
          <p:nvPr/>
        </p:nvSpPr>
        <p:spPr>
          <a:xfrm>
            <a:off x="7176226" y="1115770"/>
            <a:ext cx="2064666"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Brand Guideline</a:t>
            </a:r>
          </a:p>
        </p:txBody>
      </p:sp>
      <p:sp>
        <p:nvSpPr>
          <p:cNvPr id="426" name="info@lunastudio.com"/>
          <p:cNvSpPr txBox="1"/>
          <p:nvPr/>
        </p:nvSpPr>
        <p:spPr>
          <a:xfrm>
            <a:off x="14323114" y="1128471"/>
            <a:ext cx="2651365" cy="351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1800">
                <a:latin typeface="Libre Baskerville"/>
                <a:ea typeface="Libre Baskerville"/>
                <a:cs typeface="Libre Baskerville"/>
                <a:sym typeface="Libre Baskerville"/>
              </a:defRPr>
            </a:lvl1pPr>
          </a:lstStyle>
          <a:p>
            <a:r>
              <a:t>info@lunastudio.com</a:t>
            </a:r>
          </a:p>
        </p:txBody>
      </p:sp>
      <p:pic>
        <p:nvPicPr>
          <p:cNvPr id="427" name="Logo Icon.png" descr="Logo Icon.png"/>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885229" y="764248"/>
            <a:ext cx="590170" cy="620336"/>
          </a:xfrm>
          <a:prstGeom prst="rect">
            <a:avLst/>
          </a:prstGeom>
          <a:ln w="12700">
            <a:miter lim="400000"/>
          </a:ln>
        </p:spPr>
      </p:pic>
      <p:sp>
        <p:nvSpPr>
          <p:cNvPr id="428" name="Get in Touch"/>
          <p:cNvSpPr txBox="1"/>
          <p:nvPr/>
        </p:nvSpPr>
        <p:spPr>
          <a:xfrm>
            <a:off x="1177323" y="9676259"/>
            <a:ext cx="22029359" cy="1764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799" tIns="50799" rIns="50799" bIns="50799" anchor="ctr">
            <a:spAutoFit/>
          </a:bodyPr>
          <a:lstStyle>
            <a:lvl1pPr algn="just">
              <a:defRPr sz="12000">
                <a:solidFill>
                  <a:srgbClr val="1A1A1A"/>
                </a:solidFill>
                <a:latin typeface="Libre Baskerville"/>
                <a:ea typeface="Libre Baskerville"/>
                <a:cs typeface="Libre Baskerville"/>
                <a:sym typeface="Libre Baskerville"/>
              </a:defRPr>
            </a:lvl1pPr>
          </a:lstStyle>
          <a:p>
            <a:r>
              <a:rPr sz="12001"/>
              <a:t>Get in Touch</a:t>
            </a:r>
          </a:p>
        </p:txBody>
      </p:sp>
      <p:sp>
        <p:nvSpPr>
          <p:cNvPr id="429" name="Let’s Build Something Calm and Meaningful together"/>
          <p:cNvSpPr txBox="1"/>
          <p:nvPr/>
        </p:nvSpPr>
        <p:spPr>
          <a:xfrm>
            <a:off x="1195302" y="12004871"/>
            <a:ext cx="16678083" cy="305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799" tIns="50799" rIns="50799" bIns="50799" anchor="ctr">
            <a:spAutoFit/>
          </a:bodyPr>
          <a:lstStyle>
            <a:lvl1pPr>
              <a:lnSpc>
                <a:spcPct val="10000"/>
              </a:lnSpc>
              <a:defRPr sz="4500">
                <a:solidFill>
                  <a:srgbClr val="3E3027"/>
                </a:solidFill>
                <a:latin typeface="Libre Baskerville"/>
                <a:ea typeface="Libre Baskerville"/>
                <a:cs typeface="Libre Baskerville"/>
                <a:sym typeface="Libre Baskerville"/>
              </a:defRPr>
            </a:lvl1pPr>
          </a:lstStyle>
          <a:p>
            <a:r>
              <a:rPr sz="4501"/>
              <a:t>Let’s Build Something Calm and Meaningful together</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9F3"/>
        </a:solidFill>
        <a:effectLst/>
      </p:bgPr>
    </p:bg>
    <p:spTree>
      <p:nvGrpSpPr>
        <p:cNvPr id="1" name=""/>
        <p:cNvGrpSpPr/>
        <p:nvPr/>
      </p:nvGrpSpPr>
      <p:grpSpPr>
        <a:xfrm>
          <a:off x="0" y="0"/>
          <a:ext cx="0" cy="0"/>
          <a:chOff x="0" y="0"/>
          <a:chExt cx="0" cy="0"/>
        </a:xfrm>
      </p:grpSpPr>
      <p:sp>
        <p:nvSpPr>
          <p:cNvPr id="431" name="STYLE GUIDE"/>
          <p:cNvSpPr txBox="1"/>
          <p:nvPr/>
        </p:nvSpPr>
        <p:spPr>
          <a:xfrm>
            <a:off x="557173" y="550349"/>
            <a:ext cx="2455155" cy="4617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defTabSz="914400">
              <a:lnSpc>
                <a:spcPct val="100000"/>
              </a:lnSpc>
              <a:spcBef>
                <a:spcPts val="0"/>
              </a:spcBef>
              <a:defRPr sz="2400">
                <a:latin typeface="Libre Baskerville"/>
                <a:ea typeface="Libre Baskerville"/>
                <a:cs typeface="Libre Baskerville"/>
                <a:sym typeface="Libre Baskerville"/>
              </a:defRPr>
            </a:lvl1pPr>
          </a:lstStyle>
          <a:p>
            <a:r>
              <a:rPr sz="2401"/>
              <a:t>STYLE GUIDE</a:t>
            </a:r>
          </a:p>
        </p:txBody>
      </p:sp>
      <p:sp>
        <p:nvSpPr>
          <p:cNvPr id="432" name="FONT GUIDE"/>
          <p:cNvSpPr txBox="1"/>
          <p:nvPr/>
        </p:nvSpPr>
        <p:spPr>
          <a:xfrm>
            <a:off x="13751120" y="550349"/>
            <a:ext cx="2358975" cy="4617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defTabSz="914400">
              <a:lnSpc>
                <a:spcPct val="100000"/>
              </a:lnSpc>
              <a:spcBef>
                <a:spcPts val="0"/>
              </a:spcBef>
              <a:defRPr sz="2400">
                <a:latin typeface="Libre Baskerville"/>
                <a:ea typeface="Libre Baskerville"/>
                <a:cs typeface="Libre Baskerville"/>
                <a:sym typeface="Libre Baskerville"/>
              </a:defRPr>
            </a:lvl1pPr>
          </a:lstStyle>
          <a:p>
            <a:r>
              <a:rPr sz="2401"/>
              <a:t>FONT GUIDE</a:t>
            </a:r>
          </a:p>
        </p:txBody>
      </p:sp>
      <p:sp>
        <p:nvSpPr>
          <p:cNvPr id="433" name="Circle"/>
          <p:cNvSpPr/>
          <p:nvPr/>
        </p:nvSpPr>
        <p:spPr>
          <a:xfrm>
            <a:off x="1588922" y="1573595"/>
            <a:ext cx="1270001" cy="1270001"/>
          </a:xfrm>
          <a:prstGeom prst="ellipse">
            <a:avLst/>
          </a:prstGeom>
          <a:solidFill>
            <a:srgbClr val="000000"/>
          </a:solidFill>
          <a:ln w="12700">
            <a:miter lim="400000"/>
          </a:ln>
        </p:spPr>
        <p:txBody>
          <a:bodyPr lIns="50799" tIns="50799" rIns="50799" bIns="50799" anchor="ctr"/>
          <a:lstStyle/>
          <a:p>
            <a:pPr algn="ctr" defTabSz="8255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201"/>
          </a:p>
        </p:txBody>
      </p:sp>
      <p:sp>
        <p:nvSpPr>
          <p:cNvPr id="434" name="STYLE GUIDE"/>
          <p:cNvSpPr txBox="1"/>
          <p:nvPr/>
        </p:nvSpPr>
        <p:spPr>
          <a:xfrm>
            <a:off x="6011492" y="1978725"/>
            <a:ext cx="951539" cy="4617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defTabSz="914400">
              <a:lnSpc>
                <a:spcPct val="100000"/>
              </a:lnSpc>
              <a:spcBef>
                <a:spcPts val="0"/>
              </a:spcBef>
              <a:defRPr sz="2400">
                <a:solidFill>
                  <a:srgbClr val="3E2F25"/>
                </a:solidFill>
                <a:latin typeface="Libre Baskerville"/>
                <a:ea typeface="Libre Baskerville"/>
                <a:cs typeface="Libre Baskerville"/>
                <a:sym typeface="Libre Baskerville"/>
              </a:defRPr>
            </a:lvl1pPr>
          </a:lstStyle>
          <a:p>
            <a:r>
              <a:rPr sz="2401"/>
              <a:t>Black</a:t>
            </a:r>
          </a:p>
        </p:txBody>
      </p:sp>
      <p:sp>
        <p:nvSpPr>
          <p:cNvPr id="435" name="STYLE GUIDE"/>
          <p:cNvSpPr txBox="1"/>
          <p:nvPr/>
        </p:nvSpPr>
        <p:spPr>
          <a:xfrm>
            <a:off x="10108335" y="1978725"/>
            <a:ext cx="1615182" cy="4617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defTabSz="914400">
              <a:lnSpc>
                <a:spcPct val="100000"/>
              </a:lnSpc>
              <a:spcBef>
                <a:spcPts val="0"/>
              </a:spcBef>
              <a:defRPr sz="2400">
                <a:solidFill>
                  <a:srgbClr val="3E2F25"/>
                </a:solidFill>
                <a:latin typeface="Libre Baskerville"/>
                <a:ea typeface="Libre Baskerville"/>
                <a:cs typeface="Libre Baskerville"/>
                <a:sym typeface="Libre Baskerville"/>
              </a:defRPr>
            </a:lvl1pPr>
          </a:lstStyle>
          <a:p>
            <a:r>
              <a:rPr sz="2401"/>
              <a:t>#000000</a:t>
            </a:r>
          </a:p>
        </p:txBody>
      </p:sp>
      <p:sp>
        <p:nvSpPr>
          <p:cNvPr id="436" name="Circle"/>
          <p:cNvSpPr/>
          <p:nvPr/>
        </p:nvSpPr>
        <p:spPr>
          <a:xfrm>
            <a:off x="1583040" y="3219613"/>
            <a:ext cx="1270001" cy="1270001"/>
          </a:xfrm>
          <a:prstGeom prst="ellipse">
            <a:avLst/>
          </a:prstGeom>
          <a:solidFill>
            <a:srgbClr val="552816"/>
          </a:solidFill>
          <a:ln w="12700">
            <a:miter lim="400000"/>
          </a:ln>
        </p:spPr>
        <p:txBody>
          <a:bodyPr lIns="50799" tIns="50799" rIns="50799" bIns="50799" anchor="ctr"/>
          <a:lstStyle/>
          <a:p>
            <a:pPr algn="ctr" defTabSz="825540">
              <a:lnSpc>
                <a:spcPct val="100000"/>
              </a:lnSpc>
              <a:spcBef>
                <a:spcPts val="0"/>
              </a:spcBef>
              <a:defRPr sz="3200">
                <a:solidFill>
                  <a:srgbClr val="552816"/>
                </a:solidFill>
                <a:latin typeface="Helvetica Neue Medium"/>
                <a:ea typeface="Helvetica Neue Medium"/>
                <a:cs typeface="Helvetica Neue Medium"/>
                <a:sym typeface="Helvetica Neue Medium"/>
              </a:defRPr>
            </a:pPr>
            <a:endParaRPr sz="3201"/>
          </a:p>
        </p:txBody>
      </p:sp>
      <p:sp>
        <p:nvSpPr>
          <p:cNvPr id="437" name="STYLE GUIDE"/>
          <p:cNvSpPr txBox="1"/>
          <p:nvPr/>
        </p:nvSpPr>
        <p:spPr>
          <a:xfrm>
            <a:off x="5762472" y="3624742"/>
            <a:ext cx="1456485" cy="4617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defTabSz="914400">
              <a:lnSpc>
                <a:spcPct val="100000"/>
              </a:lnSpc>
              <a:spcBef>
                <a:spcPts val="0"/>
              </a:spcBef>
              <a:defRPr sz="2400">
                <a:solidFill>
                  <a:srgbClr val="3E2F25"/>
                </a:solidFill>
                <a:latin typeface="Libre Baskerville"/>
                <a:ea typeface="Libre Baskerville"/>
                <a:cs typeface="Libre Baskerville"/>
                <a:sym typeface="Libre Baskerville"/>
              </a:defRPr>
            </a:lvl1pPr>
          </a:lstStyle>
          <a:p>
            <a:r>
              <a:rPr sz="2401"/>
              <a:t>Magenta</a:t>
            </a:r>
          </a:p>
        </p:txBody>
      </p:sp>
      <p:sp>
        <p:nvSpPr>
          <p:cNvPr id="438" name="STYLE GUIDE"/>
          <p:cNvSpPr txBox="1"/>
          <p:nvPr/>
        </p:nvSpPr>
        <p:spPr>
          <a:xfrm>
            <a:off x="10214557" y="3624742"/>
            <a:ext cx="1401983" cy="4617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defTabSz="914400">
              <a:lnSpc>
                <a:spcPct val="100000"/>
              </a:lnSpc>
              <a:spcBef>
                <a:spcPts val="0"/>
              </a:spcBef>
              <a:defRPr sz="2400">
                <a:solidFill>
                  <a:srgbClr val="3E2F25"/>
                </a:solidFill>
                <a:latin typeface="Libre Baskerville"/>
                <a:ea typeface="Libre Baskerville"/>
                <a:cs typeface="Libre Baskerville"/>
                <a:sym typeface="Libre Baskerville"/>
              </a:defRPr>
            </a:lvl1pPr>
          </a:lstStyle>
          <a:p>
            <a:r>
              <a:rPr sz="2401"/>
              <a:t>#5d2510</a:t>
            </a:r>
          </a:p>
        </p:txBody>
      </p:sp>
      <p:sp>
        <p:nvSpPr>
          <p:cNvPr id="439" name="Circle"/>
          <p:cNvSpPr/>
          <p:nvPr/>
        </p:nvSpPr>
        <p:spPr>
          <a:xfrm>
            <a:off x="1562893" y="4865630"/>
            <a:ext cx="1270001" cy="1270001"/>
          </a:xfrm>
          <a:prstGeom prst="ellipse">
            <a:avLst/>
          </a:prstGeom>
          <a:solidFill>
            <a:srgbClr val="85A6C4"/>
          </a:solidFill>
          <a:ln w="12700">
            <a:miter lim="400000"/>
          </a:ln>
        </p:spPr>
        <p:txBody>
          <a:bodyPr lIns="50799" tIns="50799" rIns="50799" bIns="50799" anchor="ctr"/>
          <a:lstStyle/>
          <a:p>
            <a:pPr algn="ctr" defTabSz="825540">
              <a:lnSpc>
                <a:spcPct val="100000"/>
              </a:lnSpc>
              <a:spcBef>
                <a:spcPts val="0"/>
              </a:spcBef>
              <a:defRPr sz="3200">
                <a:solidFill>
                  <a:srgbClr val="85A6C4"/>
                </a:solidFill>
                <a:latin typeface="Helvetica Neue Medium"/>
                <a:ea typeface="Helvetica Neue Medium"/>
                <a:cs typeface="Helvetica Neue Medium"/>
                <a:sym typeface="Helvetica Neue Medium"/>
              </a:defRPr>
            </a:pPr>
            <a:endParaRPr sz="3201"/>
          </a:p>
        </p:txBody>
      </p:sp>
      <p:sp>
        <p:nvSpPr>
          <p:cNvPr id="440" name="STYLE GUIDE"/>
          <p:cNvSpPr txBox="1"/>
          <p:nvPr/>
        </p:nvSpPr>
        <p:spPr>
          <a:xfrm>
            <a:off x="5862752" y="5270760"/>
            <a:ext cx="1267331" cy="4617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defTabSz="914400">
              <a:lnSpc>
                <a:spcPct val="100000"/>
              </a:lnSpc>
              <a:spcBef>
                <a:spcPts val="0"/>
              </a:spcBef>
              <a:defRPr sz="2400">
                <a:solidFill>
                  <a:srgbClr val="3E2F25"/>
                </a:solidFill>
                <a:latin typeface="Libre Baskerville"/>
                <a:ea typeface="Libre Baskerville"/>
                <a:cs typeface="Libre Baskerville"/>
                <a:sym typeface="Libre Baskerville"/>
              </a:defRPr>
            </a:lvl1pPr>
          </a:lstStyle>
          <a:p>
            <a:r>
              <a:rPr sz="2401"/>
              <a:t>Mellow</a:t>
            </a:r>
          </a:p>
        </p:txBody>
      </p:sp>
      <p:sp>
        <p:nvSpPr>
          <p:cNvPr id="441" name="STYLE GUIDE"/>
          <p:cNvSpPr txBox="1"/>
          <p:nvPr/>
        </p:nvSpPr>
        <p:spPr>
          <a:xfrm>
            <a:off x="10283899" y="5270760"/>
            <a:ext cx="1259315" cy="4617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defTabSz="914400">
              <a:lnSpc>
                <a:spcPct val="100000"/>
              </a:lnSpc>
              <a:spcBef>
                <a:spcPts val="0"/>
              </a:spcBef>
              <a:defRPr sz="2400">
                <a:solidFill>
                  <a:srgbClr val="3E2F25"/>
                </a:solidFill>
                <a:latin typeface="Libre Baskerville"/>
                <a:ea typeface="Libre Baskerville"/>
                <a:cs typeface="Libre Baskerville"/>
                <a:sym typeface="Libre Baskerville"/>
              </a:defRPr>
            </a:lvl1pPr>
          </a:lstStyle>
          <a:p>
            <a:r>
              <a:rPr sz="2401"/>
              <a:t>#7ca7c7</a:t>
            </a:r>
          </a:p>
        </p:txBody>
      </p:sp>
      <p:sp>
        <p:nvSpPr>
          <p:cNvPr id="442" name="Circle"/>
          <p:cNvSpPr/>
          <p:nvPr/>
        </p:nvSpPr>
        <p:spPr>
          <a:xfrm>
            <a:off x="1549391" y="6537047"/>
            <a:ext cx="1270001" cy="1270001"/>
          </a:xfrm>
          <a:prstGeom prst="ellipse">
            <a:avLst/>
          </a:prstGeom>
          <a:solidFill>
            <a:srgbClr val="3E2F25"/>
          </a:solidFill>
          <a:ln w="12700">
            <a:miter lim="400000"/>
          </a:ln>
        </p:spPr>
        <p:txBody>
          <a:bodyPr lIns="50799" tIns="50799" rIns="50799" bIns="50799" anchor="ctr"/>
          <a:lstStyle/>
          <a:p>
            <a:pPr algn="ctr" defTabSz="825540">
              <a:lnSpc>
                <a:spcPct val="100000"/>
              </a:lnSpc>
              <a:spcBef>
                <a:spcPts val="0"/>
              </a:spcBef>
              <a:defRPr sz="3200">
                <a:solidFill>
                  <a:srgbClr val="85A6C4"/>
                </a:solidFill>
                <a:latin typeface="Helvetica Neue Medium"/>
                <a:ea typeface="Helvetica Neue Medium"/>
                <a:cs typeface="Helvetica Neue Medium"/>
                <a:sym typeface="Helvetica Neue Medium"/>
              </a:defRPr>
            </a:pPr>
            <a:endParaRPr sz="3201"/>
          </a:p>
        </p:txBody>
      </p:sp>
      <p:sp>
        <p:nvSpPr>
          <p:cNvPr id="443" name="STYLE GUIDE"/>
          <p:cNvSpPr txBox="1"/>
          <p:nvPr/>
        </p:nvSpPr>
        <p:spPr>
          <a:xfrm>
            <a:off x="5930161" y="6942178"/>
            <a:ext cx="1147105" cy="4617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defTabSz="914400">
              <a:lnSpc>
                <a:spcPct val="100000"/>
              </a:lnSpc>
              <a:spcBef>
                <a:spcPts val="0"/>
              </a:spcBef>
              <a:defRPr sz="2400">
                <a:solidFill>
                  <a:srgbClr val="3E2F25"/>
                </a:solidFill>
                <a:latin typeface="Libre Baskerville"/>
                <a:ea typeface="Libre Baskerville"/>
                <a:cs typeface="Libre Baskerville"/>
                <a:sym typeface="Libre Baskerville"/>
              </a:defRPr>
            </a:lvl1pPr>
          </a:lstStyle>
          <a:p>
            <a:r>
              <a:rPr sz="2401"/>
              <a:t>Coffee</a:t>
            </a:r>
          </a:p>
        </p:txBody>
      </p:sp>
      <p:sp>
        <p:nvSpPr>
          <p:cNvPr id="444" name="STYLE GUIDE"/>
          <p:cNvSpPr txBox="1"/>
          <p:nvPr/>
        </p:nvSpPr>
        <p:spPr>
          <a:xfrm>
            <a:off x="10268253" y="6942178"/>
            <a:ext cx="1318627" cy="4617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defTabSz="914400">
              <a:lnSpc>
                <a:spcPct val="100000"/>
              </a:lnSpc>
              <a:spcBef>
                <a:spcPts val="0"/>
              </a:spcBef>
              <a:defRPr sz="2400">
                <a:solidFill>
                  <a:srgbClr val="3E2F25"/>
                </a:solidFill>
                <a:latin typeface="Libre Baskerville"/>
                <a:ea typeface="Libre Baskerville"/>
                <a:cs typeface="Libre Baskerville"/>
                <a:sym typeface="Libre Baskerville"/>
              </a:defRPr>
            </a:lvl1pPr>
          </a:lstStyle>
          <a:p>
            <a:r>
              <a:rPr sz="2401"/>
              <a:t>#412f26</a:t>
            </a:r>
          </a:p>
        </p:txBody>
      </p:sp>
      <p:sp>
        <p:nvSpPr>
          <p:cNvPr id="445" name="Circle"/>
          <p:cNvSpPr/>
          <p:nvPr/>
        </p:nvSpPr>
        <p:spPr>
          <a:xfrm>
            <a:off x="1534818" y="8274592"/>
            <a:ext cx="1270001" cy="1270001"/>
          </a:xfrm>
          <a:prstGeom prst="ellipse">
            <a:avLst/>
          </a:prstGeom>
          <a:solidFill>
            <a:srgbClr val="9F886C"/>
          </a:solidFill>
          <a:ln w="12700">
            <a:miter lim="400000"/>
          </a:ln>
        </p:spPr>
        <p:txBody>
          <a:bodyPr lIns="50799" tIns="50799" rIns="50799" bIns="50799" anchor="ctr"/>
          <a:lstStyle/>
          <a:p>
            <a:pPr algn="ctr" defTabSz="825540">
              <a:lnSpc>
                <a:spcPct val="100000"/>
              </a:lnSpc>
              <a:spcBef>
                <a:spcPts val="0"/>
              </a:spcBef>
              <a:defRPr sz="3200">
                <a:solidFill>
                  <a:srgbClr val="85A6C4"/>
                </a:solidFill>
                <a:latin typeface="Helvetica Neue Medium"/>
                <a:ea typeface="Helvetica Neue Medium"/>
                <a:cs typeface="Helvetica Neue Medium"/>
                <a:sym typeface="Helvetica Neue Medium"/>
              </a:defRPr>
            </a:pPr>
            <a:endParaRPr sz="3201"/>
          </a:p>
        </p:txBody>
      </p:sp>
      <p:sp>
        <p:nvSpPr>
          <p:cNvPr id="446" name="STYLE GUIDE"/>
          <p:cNvSpPr txBox="1"/>
          <p:nvPr/>
        </p:nvSpPr>
        <p:spPr>
          <a:xfrm>
            <a:off x="6025109" y="8679722"/>
            <a:ext cx="949936" cy="4617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defTabSz="914400">
              <a:lnSpc>
                <a:spcPct val="100000"/>
              </a:lnSpc>
              <a:spcBef>
                <a:spcPts val="0"/>
              </a:spcBef>
              <a:defRPr sz="2400">
                <a:solidFill>
                  <a:srgbClr val="3E2F25"/>
                </a:solidFill>
                <a:latin typeface="Libre Baskerville"/>
                <a:ea typeface="Libre Baskerville"/>
                <a:cs typeface="Libre Baskerville"/>
                <a:sym typeface="Libre Baskerville"/>
              </a:defRPr>
            </a:lvl1pPr>
          </a:lstStyle>
          <a:p>
            <a:r>
              <a:rPr sz="2401"/>
              <a:t>Sepia</a:t>
            </a:r>
          </a:p>
        </p:txBody>
      </p:sp>
      <p:sp>
        <p:nvSpPr>
          <p:cNvPr id="447" name="STYLE GUIDE"/>
          <p:cNvSpPr txBox="1"/>
          <p:nvPr/>
        </p:nvSpPr>
        <p:spPr>
          <a:xfrm>
            <a:off x="10174934" y="8679722"/>
            <a:ext cx="1480529" cy="4617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defTabSz="914400">
              <a:lnSpc>
                <a:spcPct val="100000"/>
              </a:lnSpc>
              <a:spcBef>
                <a:spcPts val="0"/>
              </a:spcBef>
              <a:defRPr sz="2400">
                <a:solidFill>
                  <a:srgbClr val="3E2F25"/>
                </a:solidFill>
                <a:latin typeface="Libre Baskerville"/>
                <a:ea typeface="Libre Baskerville"/>
                <a:cs typeface="Libre Baskerville"/>
                <a:sym typeface="Libre Baskerville"/>
              </a:defRPr>
            </a:lvl1pPr>
          </a:lstStyle>
          <a:p>
            <a:r>
              <a:rPr sz="2401"/>
              <a:t>#806044</a:t>
            </a:r>
          </a:p>
        </p:txBody>
      </p:sp>
      <p:sp>
        <p:nvSpPr>
          <p:cNvPr id="448" name="Circle"/>
          <p:cNvSpPr/>
          <p:nvPr/>
        </p:nvSpPr>
        <p:spPr>
          <a:xfrm>
            <a:off x="1493571" y="10012140"/>
            <a:ext cx="1270001" cy="1270001"/>
          </a:xfrm>
          <a:prstGeom prst="ellipse">
            <a:avLst/>
          </a:prstGeom>
          <a:solidFill>
            <a:srgbClr val="C6B99F"/>
          </a:solidFill>
          <a:ln w="12700">
            <a:miter lim="400000"/>
          </a:ln>
        </p:spPr>
        <p:txBody>
          <a:bodyPr lIns="50799" tIns="50799" rIns="50799" bIns="50799" anchor="ctr"/>
          <a:lstStyle/>
          <a:p>
            <a:pPr algn="ctr" defTabSz="825540">
              <a:lnSpc>
                <a:spcPct val="100000"/>
              </a:lnSpc>
              <a:spcBef>
                <a:spcPts val="0"/>
              </a:spcBef>
              <a:defRPr sz="3200">
                <a:solidFill>
                  <a:srgbClr val="85A6C4"/>
                </a:solidFill>
                <a:latin typeface="Helvetica Neue Medium"/>
                <a:ea typeface="Helvetica Neue Medium"/>
                <a:cs typeface="Helvetica Neue Medium"/>
                <a:sym typeface="Helvetica Neue Medium"/>
              </a:defRPr>
            </a:pPr>
            <a:endParaRPr sz="3201"/>
          </a:p>
        </p:txBody>
      </p:sp>
      <p:sp>
        <p:nvSpPr>
          <p:cNvPr id="449" name="STYLE GUIDE"/>
          <p:cNvSpPr txBox="1"/>
          <p:nvPr/>
        </p:nvSpPr>
        <p:spPr>
          <a:xfrm>
            <a:off x="6016575" y="10417271"/>
            <a:ext cx="969172" cy="4617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defTabSz="914400">
              <a:lnSpc>
                <a:spcPct val="100000"/>
              </a:lnSpc>
              <a:spcBef>
                <a:spcPts val="0"/>
              </a:spcBef>
              <a:defRPr sz="2400">
                <a:solidFill>
                  <a:srgbClr val="3E2F25"/>
                </a:solidFill>
                <a:latin typeface="Libre Baskerville"/>
                <a:ea typeface="Libre Baskerville"/>
                <a:cs typeface="Libre Baskerville"/>
                <a:sym typeface="Libre Baskerville"/>
              </a:defRPr>
            </a:lvl1pPr>
          </a:lstStyle>
          <a:p>
            <a:r>
              <a:rPr sz="2401"/>
              <a:t>Beige</a:t>
            </a:r>
          </a:p>
        </p:txBody>
      </p:sp>
      <p:sp>
        <p:nvSpPr>
          <p:cNvPr id="450" name="STYLE GUIDE"/>
          <p:cNvSpPr txBox="1"/>
          <p:nvPr/>
        </p:nvSpPr>
        <p:spPr>
          <a:xfrm>
            <a:off x="10199671" y="10417271"/>
            <a:ext cx="1459691" cy="4617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defTabSz="914400">
              <a:lnSpc>
                <a:spcPct val="100000"/>
              </a:lnSpc>
              <a:spcBef>
                <a:spcPts val="0"/>
              </a:spcBef>
              <a:defRPr sz="2400">
                <a:solidFill>
                  <a:srgbClr val="3E2F25"/>
                </a:solidFill>
                <a:latin typeface="Libre Baskerville"/>
                <a:ea typeface="Libre Baskerville"/>
                <a:cs typeface="Libre Baskerville"/>
                <a:sym typeface="Libre Baskerville"/>
              </a:defRPr>
            </a:lvl1pPr>
          </a:lstStyle>
          <a:p>
            <a:r>
              <a:rPr sz="2401"/>
              <a:t>#cbb89d</a:t>
            </a:r>
          </a:p>
        </p:txBody>
      </p:sp>
      <p:sp>
        <p:nvSpPr>
          <p:cNvPr id="451" name="Circle"/>
          <p:cNvSpPr/>
          <p:nvPr/>
        </p:nvSpPr>
        <p:spPr>
          <a:xfrm>
            <a:off x="1459916" y="11749687"/>
            <a:ext cx="1270001" cy="1270001"/>
          </a:xfrm>
          <a:prstGeom prst="ellipse">
            <a:avLst/>
          </a:prstGeom>
          <a:solidFill>
            <a:srgbClr val="FFF9F3"/>
          </a:solidFill>
          <a:ln w="25400">
            <a:solidFill>
              <a:srgbClr val="3E2F25"/>
            </a:solidFill>
            <a:miter lim="400000"/>
          </a:ln>
        </p:spPr>
        <p:txBody>
          <a:bodyPr lIns="50799" tIns="50799" rIns="50799" bIns="50799" anchor="ctr"/>
          <a:lstStyle/>
          <a:p>
            <a:pPr algn="ctr" defTabSz="825540">
              <a:lnSpc>
                <a:spcPct val="100000"/>
              </a:lnSpc>
              <a:spcBef>
                <a:spcPts val="0"/>
              </a:spcBef>
              <a:defRPr sz="3200">
                <a:solidFill>
                  <a:srgbClr val="85A6C4"/>
                </a:solidFill>
                <a:latin typeface="Helvetica Neue Medium"/>
                <a:ea typeface="Helvetica Neue Medium"/>
                <a:cs typeface="Helvetica Neue Medium"/>
                <a:sym typeface="Helvetica Neue Medium"/>
              </a:defRPr>
            </a:pPr>
            <a:endParaRPr sz="3201"/>
          </a:p>
        </p:txBody>
      </p:sp>
      <p:sp>
        <p:nvSpPr>
          <p:cNvPr id="452" name="STYLE GUIDE"/>
          <p:cNvSpPr txBox="1"/>
          <p:nvPr/>
        </p:nvSpPr>
        <p:spPr>
          <a:xfrm>
            <a:off x="5922085" y="12154817"/>
            <a:ext cx="1163135" cy="4617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defTabSz="914400">
              <a:lnSpc>
                <a:spcPct val="100000"/>
              </a:lnSpc>
              <a:spcBef>
                <a:spcPts val="0"/>
              </a:spcBef>
              <a:defRPr sz="2400">
                <a:solidFill>
                  <a:srgbClr val="3E2F25"/>
                </a:solidFill>
                <a:latin typeface="Libre Baskerville"/>
                <a:ea typeface="Libre Baskerville"/>
                <a:cs typeface="Libre Baskerville"/>
                <a:sym typeface="Libre Baskerville"/>
              </a:defRPr>
            </a:lvl1pPr>
          </a:lstStyle>
          <a:p>
            <a:r>
              <a:rPr sz="2401"/>
              <a:t>Cream</a:t>
            </a:r>
          </a:p>
        </p:txBody>
      </p:sp>
      <p:sp>
        <p:nvSpPr>
          <p:cNvPr id="453" name="STYLE GUIDE"/>
          <p:cNvSpPr txBox="1"/>
          <p:nvPr/>
        </p:nvSpPr>
        <p:spPr>
          <a:xfrm>
            <a:off x="10302492" y="12154817"/>
            <a:ext cx="1222447" cy="4617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defTabSz="914400">
              <a:lnSpc>
                <a:spcPct val="100000"/>
              </a:lnSpc>
              <a:spcBef>
                <a:spcPts val="0"/>
              </a:spcBef>
              <a:defRPr sz="2400">
                <a:solidFill>
                  <a:srgbClr val="3E2F25"/>
                </a:solidFill>
                <a:latin typeface="Libre Baskerville"/>
                <a:ea typeface="Libre Baskerville"/>
                <a:cs typeface="Libre Baskerville"/>
                <a:sym typeface="Libre Baskerville"/>
              </a:defRPr>
            </a:lvl1pPr>
          </a:lstStyle>
          <a:p>
            <a:r>
              <a:rPr sz="2401"/>
              <a:t>#fff4e3</a:t>
            </a:r>
          </a:p>
        </p:txBody>
      </p:sp>
      <p:sp>
        <p:nvSpPr>
          <p:cNvPr id="454" name="STYLE GUIDE"/>
          <p:cNvSpPr txBox="1"/>
          <p:nvPr/>
        </p:nvSpPr>
        <p:spPr>
          <a:xfrm>
            <a:off x="13858487" y="3470603"/>
            <a:ext cx="3803281"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defTabSz="914400">
              <a:lnSpc>
                <a:spcPct val="100000"/>
              </a:lnSpc>
              <a:spcBef>
                <a:spcPts val="0"/>
              </a:spcBef>
              <a:defRPr sz="1800">
                <a:solidFill>
                  <a:srgbClr val="3E2F25"/>
                </a:solidFill>
                <a:latin typeface="Libre Baskerville"/>
                <a:ea typeface="Libre Baskerville"/>
                <a:cs typeface="Libre Baskerville"/>
                <a:sym typeface="Libre Baskerville"/>
              </a:defRPr>
            </a:lvl1pPr>
          </a:lstStyle>
          <a:p>
            <a:r>
              <a:t>Libre Baskerville Regular 120pt</a:t>
            </a:r>
          </a:p>
        </p:txBody>
      </p:sp>
      <p:sp>
        <p:nvSpPr>
          <p:cNvPr id="455" name="Super Title"/>
          <p:cNvSpPr txBox="1"/>
          <p:nvPr/>
        </p:nvSpPr>
        <p:spPr>
          <a:xfrm>
            <a:off x="13734749" y="1415142"/>
            <a:ext cx="9192064" cy="1764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799" tIns="50799" rIns="50799" bIns="50799" anchor="ctr">
            <a:spAutoFit/>
          </a:bodyPr>
          <a:lstStyle>
            <a:lvl1pPr algn="just">
              <a:defRPr sz="12000">
                <a:solidFill>
                  <a:srgbClr val="1A1A1A"/>
                </a:solidFill>
                <a:latin typeface="Libre Baskerville"/>
                <a:ea typeface="Libre Baskerville"/>
                <a:cs typeface="Libre Baskerville"/>
                <a:sym typeface="Libre Baskerville"/>
              </a:defRPr>
            </a:lvl1pPr>
          </a:lstStyle>
          <a:p>
            <a:r>
              <a:rPr sz="12001" dirty="0"/>
              <a:t>Super Title</a:t>
            </a:r>
          </a:p>
        </p:txBody>
      </p:sp>
      <p:sp>
        <p:nvSpPr>
          <p:cNvPr id="456" name="Main Title"/>
          <p:cNvSpPr txBox="1"/>
          <p:nvPr/>
        </p:nvSpPr>
        <p:spPr>
          <a:xfrm>
            <a:off x="13789543" y="4781352"/>
            <a:ext cx="5587989" cy="305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799" tIns="50799" rIns="50799" bIns="50799" anchor="ctr">
            <a:spAutoFit/>
          </a:bodyPr>
          <a:lstStyle>
            <a:lvl1pPr>
              <a:lnSpc>
                <a:spcPct val="10000"/>
              </a:lnSpc>
              <a:defRPr sz="4500">
                <a:latin typeface="Libre Baskerville"/>
                <a:ea typeface="Libre Baskerville"/>
                <a:cs typeface="Libre Baskerville"/>
                <a:sym typeface="Libre Baskerville"/>
              </a:defRPr>
            </a:lvl1pPr>
          </a:lstStyle>
          <a:p>
            <a:r>
              <a:rPr sz="4501" dirty="0"/>
              <a:t>Main Title</a:t>
            </a:r>
          </a:p>
        </p:txBody>
      </p:sp>
      <p:sp>
        <p:nvSpPr>
          <p:cNvPr id="457" name="STYLE GUIDE"/>
          <p:cNvSpPr txBox="1"/>
          <p:nvPr/>
        </p:nvSpPr>
        <p:spPr>
          <a:xfrm>
            <a:off x="13855233" y="5515235"/>
            <a:ext cx="3659011"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defTabSz="914400">
              <a:lnSpc>
                <a:spcPct val="100000"/>
              </a:lnSpc>
              <a:spcBef>
                <a:spcPts val="0"/>
              </a:spcBef>
              <a:defRPr sz="1800">
                <a:solidFill>
                  <a:srgbClr val="3E2F25"/>
                </a:solidFill>
                <a:latin typeface="Libre Baskerville"/>
                <a:ea typeface="Libre Baskerville"/>
                <a:cs typeface="Libre Baskerville"/>
                <a:sym typeface="Libre Baskerville"/>
              </a:defRPr>
            </a:lvl1pPr>
          </a:lstStyle>
          <a:p>
            <a:r>
              <a:rPr dirty="0"/>
              <a:t>Libre Baskerville Regular 45pt</a:t>
            </a:r>
          </a:p>
        </p:txBody>
      </p:sp>
      <p:sp>
        <p:nvSpPr>
          <p:cNvPr id="458" name="Secondary Headline"/>
          <p:cNvSpPr txBox="1"/>
          <p:nvPr/>
        </p:nvSpPr>
        <p:spPr>
          <a:xfrm>
            <a:off x="13825619" y="6598894"/>
            <a:ext cx="3701332" cy="5182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799" tIns="50799" rIns="50799" bIns="50799" anchor="ctr">
            <a:spAutoFit/>
          </a:bodyPr>
          <a:lstStyle>
            <a:lvl1pPr>
              <a:defRPr sz="3000" i="1">
                <a:solidFill>
                  <a:srgbClr val="7B6047"/>
                </a:solidFill>
                <a:latin typeface="Libre Baskerville"/>
                <a:ea typeface="Libre Baskerville"/>
                <a:cs typeface="Libre Baskerville"/>
                <a:sym typeface="Libre Baskerville"/>
              </a:defRPr>
            </a:lvl1pPr>
          </a:lstStyle>
          <a:p>
            <a:r>
              <a:rPr sz="3001"/>
              <a:t>Secondary Headline</a:t>
            </a:r>
          </a:p>
        </p:txBody>
      </p:sp>
      <p:sp>
        <p:nvSpPr>
          <p:cNvPr id="459" name="STYLE GUIDE"/>
          <p:cNvSpPr txBox="1"/>
          <p:nvPr/>
        </p:nvSpPr>
        <p:spPr>
          <a:xfrm>
            <a:off x="13851018" y="7464617"/>
            <a:ext cx="3368867"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defTabSz="914400">
              <a:lnSpc>
                <a:spcPct val="100000"/>
              </a:lnSpc>
              <a:spcBef>
                <a:spcPts val="0"/>
              </a:spcBef>
              <a:defRPr sz="1800">
                <a:solidFill>
                  <a:srgbClr val="3E2F25"/>
                </a:solidFill>
                <a:latin typeface="Libre Baskerville"/>
                <a:ea typeface="Libre Baskerville"/>
                <a:cs typeface="Libre Baskerville"/>
                <a:sym typeface="Libre Baskerville"/>
              </a:defRPr>
            </a:lvl1pPr>
          </a:lstStyle>
          <a:p>
            <a:r>
              <a:t>Libre Baskerville Italic 30pt</a:t>
            </a:r>
          </a:p>
        </p:txBody>
      </p:sp>
      <p:sp>
        <p:nvSpPr>
          <p:cNvPr id="460" name="Lorem ipsum dolor sit amet, consectetur adipiscing elit, sed do eiusmod tempor incididunt ut labore et dolore magna aliqua. Ut enim ad minim veniam, quis nostrud exercitation ullamco laboris nisi ut aliquip ex ea commodo consequat. Duis aute irure dolor "/>
          <p:cNvSpPr txBox="1"/>
          <p:nvPr/>
        </p:nvSpPr>
        <p:spPr>
          <a:xfrm>
            <a:off x="13792630" y="8443326"/>
            <a:ext cx="10167590" cy="24557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799" tIns="50799" rIns="50799" bIns="50799" anchor="t">
            <a:spAutoFit/>
          </a:bodyPr>
          <a:lstStyle>
            <a:lvl1pPr defTabSz="457200">
              <a:lnSpc>
                <a:spcPct val="100000"/>
              </a:lnSpc>
              <a:spcBef>
                <a:spcPts val="0"/>
              </a:spcBef>
              <a:defRPr sz="2000">
                <a:latin typeface="Libre Baskerville"/>
                <a:ea typeface="Libre Baskerville"/>
                <a:cs typeface="Libre Baskerville"/>
                <a:sym typeface="Libre Baskerville"/>
              </a:defRPr>
            </a:lvl1pPr>
          </a:lstStyle>
          <a:p>
            <a:pPr>
              <a:lnSpc>
                <a:spcPct val="110000"/>
              </a:lnSpc>
              <a:spcAft>
                <a:spcPts val="1500"/>
              </a:spcAft>
              <a:defRPr sz="2000">
                <a:solidFill>
                  <a:srgbClr val="FFFFFF"/>
                </a:solidFill>
                <a:latin typeface="Libre Baskerville"/>
                <a:ea typeface="Libre Baskerville"/>
                <a:cs typeface="Libre Baskerville"/>
                <a:sym typeface="Libre Baskerville"/>
              </a:defRPr>
            </a:pPr>
            <a:r>
              <a:rPr sz="2001" dirty="0">
                <a:solidFill>
                  <a:srgbClr val="7B6047"/>
                </a:solidFill>
                <a:sym typeface="Helvetica Neue"/>
              </a:rPr>
              <a:t>Lorem ipsum dolor sit </a:t>
            </a:r>
            <a:r>
              <a:rPr sz="2001" dirty="0" err="1">
                <a:solidFill>
                  <a:srgbClr val="7B6047"/>
                </a:solidFill>
                <a:sym typeface="Helvetica Neue"/>
              </a:rPr>
              <a:t>amet</a:t>
            </a:r>
            <a:r>
              <a:rPr sz="2001" dirty="0">
                <a:solidFill>
                  <a:srgbClr val="7B6047"/>
                </a:solidFill>
                <a:sym typeface="Helvetica Neue"/>
              </a:rPr>
              <a:t>, </a:t>
            </a:r>
            <a:r>
              <a:rPr sz="2001" dirty="0" err="1">
                <a:solidFill>
                  <a:srgbClr val="7B6047"/>
                </a:solidFill>
                <a:sym typeface="Helvetica Neue"/>
              </a:rPr>
              <a:t>consectetur</a:t>
            </a:r>
            <a:r>
              <a:rPr sz="2001" dirty="0">
                <a:solidFill>
                  <a:srgbClr val="7B6047"/>
                </a:solidFill>
                <a:sym typeface="Helvetica Neue"/>
              </a:rPr>
              <a:t> </a:t>
            </a:r>
            <a:r>
              <a:rPr sz="2001" dirty="0" err="1">
                <a:solidFill>
                  <a:srgbClr val="7B6047"/>
                </a:solidFill>
                <a:sym typeface="Helvetica Neue"/>
              </a:rPr>
              <a:t>adipiscing</a:t>
            </a:r>
            <a:r>
              <a:rPr sz="2001" dirty="0">
                <a:solidFill>
                  <a:srgbClr val="7B6047"/>
                </a:solidFill>
                <a:sym typeface="Helvetica Neue"/>
              </a:rPr>
              <a:t> </a:t>
            </a:r>
            <a:r>
              <a:rPr sz="2001" dirty="0" err="1">
                <a:solidFill>
                  <a:srgbClr val="7B6047"/>
                </a:solidFill>
                <a:sym typeface="Helvetica Neue"/>
              </a:rPr>
              <a:t>elit</a:t>
            </a:r>
            <a:r>
              <a:rPr sz="2001" dirty="0">
                <a:solidFill>
                  <a:srgbClr val="7B6047"/>
                </a:solidFill>
                <a:sym typeface="Helvetica Neue"/>
              </a:rPr>
              <a:t>, sed do </a:t>
            </a:r>
            <a:r>
              <a:rPr sz="2001" dirty="0" err="1">
                <a:solidFill>
                  <a:srgbClr val="7B6047"/>
                </a:solidFill>
                <a:sym typeface="Helvetica Neue"/>
              </a:rPr>
              <a:t>eiusmod</a:t>
            </a:r>
            <a:r>
              <a:rPr sz="2001" dirty="0">
                <a:solidFill>
                  <a:srgbClr val="7B6047"/>
                </a:solidFill>
                <a:sym typeface="Helvetica Neue"/>
              </a:rPr>
              <a:t> </a:t>
            </a:r>
            <a:r>
              <a:rPr sz="2001" dirty="0" err="1">
                <a:solidFill>
                  <a:srgbClr val="7B6047"/>
                </a:solidFill>
                <a:sym typeface="Helvetica Neue"/>
              </a:rPr>
              <a:t>tempor</a:t>
            </a:r>
            <a:r>
              <a:rPr sz="2001" dirty="0">
                <a:solidFill>
                  <a:srgbClr val="7B6047"/>
                </a:solidFill>
                <a:sym typeface="Helvetica Neue"/>
              </a:rPr>
              <a:t> </a:t>
            </a:r>
            <a:r>
              <a:rPr sz="2001" dirty="0" err="1">
                <a:solidFill>
                  <a:srgbClr val="7B6047"/>
                </a:solidFill>
                <a:sym typeface="Helvetica Neue"/>
              </a:rPr>
              <a:t>incididunt</a:t>
            </a:r>
            <a:r>
              <a:rPr sz="2001" dirty="0">
                <a:solidFill>
                  <a:srgbClr val="7B6047"/>
                </a:solidFill>
                <a:sym typeface="Helvetica Neue"/>
              </a:rPr>
              <a:t> </a:t>
            </a:r>
            <a:r>
              <a:rPr sz="2001" dirty="0" err="1">
                <a:solidFill>
                  <a:srgbClr val="7B6047"/>
                </a:solidFill>
                <a:sym typeface="Helvetica Neue"/>
              </a:rPr>
              <a:t>ut</a:t>
            </a:r>
            <a:r>
              <a:rPr sz="2001" dirty="0">
                <a:solidFill>
                  <a:srgbClr val="7B6047"/>
                </a:solidFill>
                <a:sym typeface="Helvetica Neue"/>
              </a:rPr>
              <a:t> labore et dolore magna </a:t>
            </a:r>
            <a:r>
              <a:rPr sz="2001" dirty="0" err="1">
                <a:solidFill>
                  <a:srgbClr val="7B6047"/>
                </a:solidFill>
                <a:sym typeface="Helvetica Neue"/>
              </a:rPr>
              <a:t>aliqua</a:t>
            </a:r>
            <a:r>
              <a:rPr sz="2001" dirty="0">
                <a:solidFill>
                  <a:srgbClr val="7B6047"/>
                </a:solidFill>
                <a:sym typeface="Helvetica Neue"/>
              </a:rPr>
              <a:t>. Ut </a:t>
            </a:r>
            <a:r>
              <a:rPr sz="2001" dirty="0" err="1">
                <a:solidFill>
                  <a:srgbClr val="7B6047"/>
                </a:solidFill>
                <a:sym typeface="Helvetica Neue"/>
              </a:rPr>
              <a:t>enim</a:t>
            </a:r>
            <a:r>
              <a:rPr sz="2001" dirty="0">
                <a:solidFill>
                  <a:srgbClr val="7B6047"/>
                </a:solidFill>
                <a:sym typeface="Helvetica Neue"/>
              </a:rPr>
              <a:t> ad minim </a:t>
            </a:r>
            <a:r>
              <a:rPr sz="2001" dirty="0" err="1">
                <a:solidFill>
                  <a:srgbClr val="7B6047"/>
                </a:solidFill>
                <a:sym typeface="Helvetica Neue"/>
              </a:rPr>
              <a:t>veniam</a:t>
            </a:r>
            <a:r>
              <a:rPr sz="2001" dirty="0">
                <a:solidFill>
                  <a:srgbClr val="7B6047"/>
                </a:solidFill>
                <a:sym typeface="Helvetica Neue"/>
              </a:rPr>
              <a:t>, </a:t>
            </a:r>
            <a:r>
              <a:rPr sz="2001" dirty="0" err="1">
                <a:solidFill>
                  <a:srgbClr val="7B6047"/>
                </a:solidFill>
                <a:sym typeface="Helvetica Neue"/>
              </a:rPr>
              <a:t>quis</a:t>
            </a:r>
            <a:r>
              <a:rPr sz="2001" dirty="0">
                <a:solidFill>
                  <a:srgbClr val="7B6047"/>
                </a:solidFill>
                <a:sym typeface="Helvetica Neue"/>
              </a:rPr>
              <a:t> </a:t>
            </a:r>
            <a:r>
              <a:rPr sz="2001" dirty="0" err="1">
                <a:solidFill>
                  <a:srgbClr val="7B6047"/>
                </a:solidFill>
                <a:sym typeface="Helvetica Neue"/>
              </a:rPr>
              <a:t>nostrud</a:t>
            </a:r>
            <a:r>
              <a:rPr sz="2001" dirty="0">
                <a:solidFill>
                  <a:srgbClr val="7B6047"/>
                </a:solidFill>
                <a:sym typeface="Helvetica Neue"/>
              </a:rPr>
              <a:t> exercitation </a:t>
            </a:r>
            <a:r>
              <a:rPr sz="2001" dirty="0" err="1">
                <a:solidFill>
                  <a:srgbClr val="7B6047"/>
                </a:solidFill>
                <a:sym typeface="Helvetica Neue"/>
              </a:rPr>
              <a:t>ullamco</a:t>
            </a:r>
            <a:r>
              <a:rPr sz="2001" dirty="0">
                <a:solidFill>
                  <a:srgbClr val="7B6047"/>
                </a:solidFill>
                <a:sym typeface="Helvetica Neue"/>
              </a:rPr>
              <a:t> </a:t>
            </a:r>
            <a:r>
              <a:rPr sz="2001" dirty="0" err="1">
                <a:solidFill>
                  <a:srgbClr val="7B6047"/>
                </a:solidFill>
                <a:sym typeface="Helvetica Neue"/>
              </a:rPr>
              <a:t>laboris</a:t>
            </a:r>
            <a:r>
              <a:rPr sz="2001" dirty="0">
                <a:solidFill>
                  <a:srgbClr val="7B6047"/>
                </a:solidFill>
                <a:sym typeface="Helvetica Neue"/>
              </a:rPr>
              <a:t> nisi </a:t>
            </a:r>
            <a:r>
              <a:rPr sz="2001" dirty="0" err="1">
                <a:solidFill>
                  <a:srgbClr val="7B6047"/>
                </a:solidFill>
                <a:sym typeface="Helvetica Neue"/>
              </a:rPr>
              <a:t>ut</a:t>
            </a:r>
            <a:r>
              <a:rPr sz="2001" dirty="0">
                <a:solidFill>
                  <a:srgbClr val="7B6047"/>
                </a:solidFill>
                <a:sym typeface="Helvetica Neue"/>
              </a:rPr>
              <a:t> </a:t>
            </a:r>
            <a:r>
              <a:rPr sz="2001" dirty="0" err="1">
                <a:solidFill>
                  <a:srgbClr val="7B6047"/>
                </a:solidFill>
                <a:sym typeface="Helvetica Neue"/>
              </a:rPr>
              <a:t>aliquip</a:t>
            </a:r>
            <a:r>
              <a:rPr sz="2001" dirty="0">
                <a:solidFill>
                  <a:srgbClr val="7B6047"/>
                </a:solidFill>
                <a:sym typeface="Helvetica Neue"/>
              </a:rPr>
              <a:t> ex </a:t>
            </a:r>
            <a:r>
              <a:rPr sz="2001" dirty="0" err="1">
                <a:solidFill>
                  <a:srgbClr val="7B6047"/>
                </a:solidFill>
                <a:sym typeface="Helvetica Neue"/>
              </a:rPr>
              <a:t>ea</a:t>
            </a:r>
            <a:r>
              <a:rPr sz="2001" dirty="0">
                <a:solidFill>
                  <a:srgbClr val="7B6047"/>
                </a:solidFill>
                <a:sym typeface="Helvetica Neue"/>
              </a:rPr>
              <a:t> </a:t>
            </a:r>
            <a:r>
              <a:rPr sz="2001" dirty="0" err="1">
                <a:solidFill>
                  <a:srgbClr val="7B6047"/>
                </a:solidFill>
                <a:sym typeface="Helvetica Neue"/>
              </a:rPr>
              <a:t>commodo</a:t>
            </a:r>
            <a:r>
              <a:rPr sz="2001" dirty="0">
                <a:solidFill>
                  <a:srgbClr val="7B6047"/>
                </a:solidFill>
                <a:sym typeface="Helvetica Neue"/>
              </a:rPr>
              <a:t> </a:t>
            </a:r>
            <a:r>
              <a:rPr sz="2001" dirty="0" err="1">
                <a:solidFill>
                  <a:srgbClr val="7B6047"/>
                </a:solidFill>
                <a:sym typeface="Helvetica Neue"/>
              </a:rPr>
              <a:t>consequat</a:t>
            </a:r>
            <a:r>
              <a:rPr sz="2001" dirty="0">
                <a:solidFill>
                  <a:srgbClr val="7B6047"/>
                </a:solidFill>
                <a:sym typeface="Helvetica Neue"/>
              </a:rPr>
              <a:t>. Duis </a:t>
            </a:r>
            <a:r>
              <a:rPr sz="2001" dirty="0" err="1">
                <a:solidFill>
                  <a:srgbClr val="7B6047"/>
                </a:solidFill>
                <a:sym typeface="Helvetica Neue"/>
              </a:rPr>
              <a:t>aute</a:t>
            </a:r>
            <a:r>
              <a:rPr sz="2001" dirty="0">
                <a:solidFill>
                  <a:srgbClr val="7B6047"/>
                </a:solidFill>
                <a:sym typeface="Helvetica Neue"/>
              </a:rPr>
              <a:t> </a:t>
            </a:r>
            <a:r>
              <a:rPr sz="2001" dirty="0" err="1">
                <a:solidFill>
                  <a:srgbClr val="7B6047"/>
                </a:solidFill>
                <a:sym typeface="Helvetica Neue"/>
              </a:rPr>
              <a:t>irure</a:t>
            </a:r>
            <a:r>
              <a:rPr sz="2001" dirty="0">
                <a:solidFill>
                  <a:srgbClr val="7B6047"/>
                </a:solidFill>
                <a:sym typeface="Helvetica Neue"/>
              </a:rPr>
              <a:t> dolor in </a:t>
            </a:r>
            <a:r>
              <a:rPr sz="2001" dirty="0" err="1">
                <a:solidFill>
                  <a:srgbClr val="7B6047"/>
                </a:solidFill>
                <a:sym typeface="Helvetica Neue"/>
              </a:rPr>
              <a:t>reprehenderit</a:t>
            </a:r>
            <a:r>
              <a:rPr sz="2001" dirty="0">
                <a:solidFill>
                  <a:srgbClr val="7B6047"/>
                </a:solidFill>
                <a:sym typeface="Helvetica Neue"/>
              </a:rPr>
              <a:t> in </a:t>
            </a:r>
            <a:r>
              <a:rPr sz="2001" dirty="0" err="1">
                <a:solidFill>
                  <a:srgbClr val="7B6047"/>
                </a:solidFill>
                <a:sym typeface="Helvetica Neue"/>
              </a:rPr>
              <a:t>voluptate</a:t>
            </a:r>
            <a:r>
              <a:rPr sz="2001" dirty="0">
                <a:solidFill>
                  <a:srgbClr val="7B6047"/>
                </a:solidFill>
                <a:sym typeface="Helvetica Neue"/>
              </a:rPr>
              <a:t> </a:t>
            </a:r>
            <a:r>
              <a:rPr sz="2001" dirty="0" err="1">
                <a:solidFill>
                  <a:srgbClr val="7B6047"/>
                </a:solidFill>
                <a:sym typeface="Helvetica Neue"/>
              </a:rPr>
              <a:t>velit</a:t>
            </a:r>
            <a:r>
              <a:rPr sz="2001" dirty="0">
                <a:solidFill>
                  <a:srgbClr val="7B6047"/>
                </a:solidFill>
                <a:sym typeface="Helvetica Neue"/>
              </a:rPr>
              <a:t> esse </a:t>
            </a:r>
            <a:r>
              <a:rPr sz="2001" dirty="0" err="1">
                <a:solidFill>
                  <a:srgbClr val="7B6047"/>
                </a:solidFill>
                <a:sym typeface="Helvetica Neue"/>
              </a:rPr>
              <a:t>cillum</a:t>
            </a:r>
            <a:r>
              <a:rPr sz="2001" dirty="0">
                <a:solidFill>
                  <a:srgbClr val="7B6047"/>
                </a:solidFill>
                <a:sym typeface="Helvetica Neue"/>
              </a:rPr>
              <a:t> dolore </a:t>
            </a:r>
            <a:r>
              <a:rPr sz="2001" dirty="0" err="1">
                <a:solidFill>
                  <a:srgbClr val="7B6047"/>
                </a:solidFill>
                <a:sym typeface="Helvetica Neue"/>
              </a:rPr>
              <a:t>eu</a:t>
            </a:r>
            <a:r>
              <a:rPr sz="2001" dirty="0">
                <a:solidFill>
                  <a:srgbClr val="7B6047"/>
                </a:solidFill>
                <a:sym typeface="Helvetica Neue"/>
              </a:rPr>
              <a:t> </a:t>
            </a:r>
            <a:r>
              <a:rPr sz="2001" dirty="0" err="1">
                <a:solidFill>
                  <a:srgbClr val="7B6047"/>
                </a:solidFill>
                <a:sym typeface="Helvetica Neue"/>
              </a:rPr>
              <a:t>fugiat</a:t>
            </a:r>
            <a:r>
              <a:rPr sz="2001" dirty="0">
                <a:solidFill>
                  <a:srgbClr val="7B6047"/>
                </a:solidFill>
                <a:sym typeface="Helvetica Neue"/>
              </a:rPr>
              <a:t> </a:t>
            </a:r>
            <a:r>
              <a:rPr sz="2001" dirty="0" err="1">
                <a:solidFill>
                  <a:srgbClr val="7B6047"/>
                </a:solidFill>
                <a:sym typeface="Helvetica Neue"/>
              </a:rPr>
              <a:t>nulla</a:t>
            </a:r>
            <a:r>
              <a:rPr sz="2001" dirty="0">
                <a:solidFill>
                  <a:srgbClr val="7B6047"/>
                </a:solidFill>
                <a:sym typeface="Helvetica Neue"/>
              </a:rPr>
              <a:t> </a:t>
            </a:r>
            <a:r>
              <a:rPr sz="2001" dirty="0" err="1">
                <a:solidFill>
                  <a:srgbClr val="7B6047"/>
                </a:solidFill>
                <a:sym typeface="Helvetica Neue"/>
              </a:rPr>
              <a:t>pariatur</a:t>
            </a:r>
            <a:r>
              <a:rPr sz="2001" dirty="0">
                <a:solidFill>
                  <a:srgbClr val="7B6047"/>
                </a:solidFill>
                <a:sym typeface="Helvetica Neue"/>
              </a:rPr>
              <a:t>. </a:t>
            </a:r>
            <a:r>
              <a:rPr sz="2001" dirty="0" err="1">
                <a:solidFill>
                  <a:srgbClr val="7B6047"/>
                </a:solidFill>
                <a:sym typeface="Helvetica Neue"/>
              </a:rPr>
              <a:t>Excepteur</a:t>
            </a:r>
            <a:r>
              <a:rPr sz="2001" dirty="0">
                <a:solidFill>
                  <a:srgbClr val="7B6047"/>
                </a:solidFill>
                <a:sym typeface="Helvetica Neue"/>
              </a:rPr>
              <a:t> </a:t>
            </a:r>
            <a:r>
              <a:rPr sz="2001" dirty="0" err="1">
                <a:solidFill>
                  <a:srgbClr val="7B6047"/>
                </a:solidFill>
                <a:sym typeface="Helvetica Neue"/>
              </a:rPr>
              <a:t>sint</a:t>
            </a:r>
            <a:r>
              <a:rPr sz="2001" dirty="0">
                <a:solidFill>
                  <a:srgbClr val="7B6047"/>
                </a:solidFill>
                <a:sym typeface="Helvetica Neue"/>
              </a:rPr>
              <a:t> </a:t>
            </a:r>
            <a:r>
              <a:rPr sz="2001" dirty="0" err="1">
                <a:solidFill>
                  <a:srgbClr val="7B6047"/>
                </a:solidFill>
                <a:sym typeface="Helvetica Neue"/>
              </a:rPr>
              <a:t>occaecat</a:t>
            </a:r>
            <a:r>
              <a:rPr sz="2001" dirty="0">
                <a:solidFill>
                  <a:srgbClr val="7B6047"/>
                </a:solidFill>
                <a:sym typeface="Helvetica Neue"/>
              </a:rPr>
              <a:t> </a:t>
            </a:r>
            <a:r>
              <a:rPr sz="2001" dirty="0" err="1">
                <a:solidFill>
                  <a:srgbClr val="7B6047"/>
                </a:solidFill>
                <a:sym typeface="Helvetica Neue"/>
              </a:rPr>
              <a:t>cupidatat</a:t>
            </a:r>
            <a:r>
              <a:rPr sz="2001" dirty="0">
                <a:solidFill>
                  <a:srgbClr val="7B6047"/>
                </a:solidFill>
                <a:sym typeface="Helvetica Neue"/>
              </a:rPr>
              <a:t> non </a:t>
            </a:r>
            <a:r>
              <a:rPr sz="2001" dirty="0" err="1">
                <a:solidFill>
                  <a:srgbClr val="7B6047"/>
                </a:solidFill>
                <a:sym typeface="Helvetica Neue"/>
              </a:rPr>
              <a:t>proident</a:t>
            </a:r>
            <a:r>
              <a:rPr sz="2001" dirty="0">
                <a:solidFill>
                  <a:srgbClr val="7B6047"/>
                </a:solidFill>
                <a:sym typeface="Helvetica Neue"/>
              </a:rPr>
              <a:t>, sunt in culpa qui </a:t>
            </a:r>
            <a:r>
              <a:rPr sz="2001" dirty="0" err="1">
                <a:solidFill>
                  <a:srgbClr val="7B6047"/>
                </a:solidFill>
                <a:sym typeface="Helvetica Neue"/>
              </a:rPr>
              <a:t>officia</a:t>
            </a:r>
            <a:r>
              <a:rPr sz="2001" dirty="0">
                <a:solidFill>
                  <a:srgbClr val="7B6047"/>
                </a:solidFill>
                <a:sym typeface="Helvetica Neue"/>
              </a:rPr>
              <a:t> </a:t>
            </a:r>
            <a:r>
              <a:rPr sz="2001" dirty="0" err="1">
                <a:solidFill>
                  <a:srgbClr val="7B6047"/>
                </a:solidFill>
                <a:sym typeface="Helvetica Neue"/>
              </a:rPr>
              <a:t>deserunt</a:t>
            </a:r>
            <a:r>
              <a:rPr sz="2001" dirty="0">
                <a:solidFill>
                  <a:srgbClr val="7B6047"/>
                </a:solidFill>
                <a:sym typeface="Helvetica Neue"/>
              </a:rPr>
              <a:t> </a:t>
            </a:r>
            <a:r>
              <a:rPr sz="2001" dirty="0" err="1">
                <a:solidFill>
                  <a:srgbClr val="7B6047"/>
                </a:solidFill>
                <a:sym typeface="Helvetica Neue"/>
              </a:rPr>
              <a:t>mollit</a:t>
            </a:r>
            <a:r>
              <a:rPr sz="2001" dirty="0">
                <a:solidFill>
                  <a:srgbClr val="7B6047"/>
                </a:solidFill>
                <a:sym typeface="Helvetica Neue"/>
              </a:rPr>
              <a:t> </a:t>
            </a:r>
            <a:r>
              <a:rPr sz="2001" dirty="0" err="1">
                <a:solidFill>
                  <a:srgbClr val="7B6047"/>
                </a:solidFill>
                <a:sym typeface="Helvetica Neue"/>
              </a:rPr>
              <a:t>anim</a:t>
            </a:r>
            <a:r>
              <a:rPr sz="2001" dirty="0">
                <a:solidFill>
                  <a:srgbClr val="7B6047"/>
                </a:solidFill>
                <a:sym typeface="Helvetica Neue"/>
              </a:rPr>
              <a:t> id est </a:t>
            </a:r>
            <a:r>
              <a:rPr sz="2001" dirty="0" err="1">
                <a:solidFill>
                  <a:srgbClr val="7B6047"/>
                </a:solidFill>
                <a:sym typeface="Helvetica Neue"/>
              </a:rPr>
              <a:t>laborum</a:t>
            </a:r>
            <a:r>
              <a:rPr sz="2001" dirty="0">
                <a:solidFill>
                  <a:srgbClr val="7B6047"/>
                </a:solidFill>
                <a:sym typeface="Helvetica Neue"/>
              </a:rPr>
              <a:t>.</a:t>
            </a:r>
          </a:p>
        </p:txBody>
      </p:sp>
    </p:spTree>
  </p:cSld>
  <p:clrMapOvr>
    <a:masterClrMapping/>
  </p:clrMapOvr>
  <p:transition spd="med"/>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15</TotalTime>
  <Words>830</Words>
  <Application>Microsoft Macintosh PowerPoint</Application>
  <PresentationFormat>Custom</PresentationFormat>
  <Paragraphs>176</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DM Serif Display</vt:lpstr>
      <vt:lpstr>Helvetica Neue</vt:lpstr>
      <vt:lpstr>Helvetica Neue Medium</vt:lpstr>
      <vt:lpstr>Libre Baskerville</vt:lpstr>
      <vt:lpstr>21_BasicWhite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Oona Gleeson</cp:lastModifiedBy>
  <cp:revision>12</cp:revision>
  <dcterms:modified xsi:type="dcterms:W3CDTF">2026-01-29T20:06:46Z</dcterms:modified>
</cp:coreProperties>
</file>