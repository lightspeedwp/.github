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DDAB-2384-1195-AC54-C25C27EA6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3A503-F555-4E27-1829-7F2E031A4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33DE-5667-C6DF-BA27-7CC3C1F0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E32D8-2ED7-6798-F1FB-5D727A5A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1C4F5-0A9E-C804-8B80-C9179F7E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5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FDA4-8ECE-2A8F-F24D-FCEBCE99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8235-58C0-D809-DA59-693ED42D3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0A344-1EF1-2E89-C991-18CC4214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80BD9-83F9-4283-490B-897BEB5D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18760-5D9B-1AD1-3F9D-6412AE6E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5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BBCA-8505-3287-55A6-F74EBEB2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89DE3-3002-5B8C-9930-D5735529E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86ACC-77E1-445B-3F4B-C5207988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15918-8FD8-8FC8-33A9-53205BCB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F2BE0-D26A-9ED8-8EF8-9036333D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5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4546-70A6-6CBC-A06D-B2D089DD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835AF-6101-A551-6B78-262D515F0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51829-8946-639C-3F68-3C87C5642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16C4-40F1-187B-6CD1-330A9ED0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4EC74-F15C-4E1D-3310-6B027C51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0A327-F0F1-9A8D-77B5-BA50AA36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028E-1069-68D8-F619-C06490AF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F4B67-E12D-53D1-C4D2-B1C2CADCE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1750A-A2B4-265B-A590-30CFE7903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CA155-CEC5-15D5-7C70-313E9551E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5B4B-31F0-FAA0-2603-44E8E6580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7D9DBF-5F03-D784-45B5-A2EEB38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53DCB-88E7-45B3-63E0-D46234A4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F9C5C-08E3-F832-09CB-7F2C6C20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6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BEA4-8C47-C98F-3522-8AF561F5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7CD76-6CE1-1F14-7571-B4BD178E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97FDD-BA24-8151-BC1C-4D75C92E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6197C-FAC8-96D2-6C86-5DEE6ABC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0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B1BF6-A47E-A7BD-931F-4883FCF4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63D35-A529-ABD4-4BF5-8BA87E99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0C966-7AE0-F86C-D819-989A8FB3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4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38F2-0F71-BF9A-B96C-4C98FCD31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3504-CAAE-D23C-FA1E-E66415D9A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79BB1-95B1-70DD-8B25-7D86B6739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A8A4A-1C09-27B2-F0DA-1E5CB7E7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EC71A-CB2E-0093-D82A-97D7F87E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DB3B0-00BB-BB88-D8F8-F671709B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12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FDB4-4D4D-A36B-42F8-10F8E755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B2D8E-5C8F-9293-B590-433267F68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CCD1D-115E-626E-DF16-79CD51A08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E0AB6-ACEE-A399-99AE-D6A1C6FA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B6732-4520-08A7-64C5-C3A99BE5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68E5E-F9A7-A198-ACB0-18E55A4F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9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C5AB-10C0-F4A8-4F96-A805647B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CEAF5-0177-540B-BA83-ABB59DDB3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93B00-DAF3-5545-FC40-4A6DA2FE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84822-A1C5-4A54-471A-3A513E56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77E66-FA37-6739-A028-D0085C86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6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2E320-CCC2-7AA0-7EE3-E8CA22EEE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FF549-C187-38BF-8D28-69086F05A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1AC5F-2A51-4E53-BD5C-4B6DEA86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47E7-EFAB-CF23-0506-1F3AED39B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94CF8-C56C-AA72-A898-0F73ADFA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CDF94-67C9-70A2-E7C9-8BA158B1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94500-ADD0-3E90-0439-A6B6F54F6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F1763-4159-5AEB-F74A-4DD0633A3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6FE47-71D2-8C4F-A2E7-0757E18BE1F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F7181-1A84-1C89-4836-53D776CC2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61790-00DA-0E58-0E1C-59604B87A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9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0CDE-287F-C5CB-06D8-A3BAD0A71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Simple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FF0E7-EF79-6C50-B635-FF83AF2DDD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testing purposes</a:t>
            </a:r>
          </a:p>
        </p:txBody>
      </p:sp>
    </p:spTree>
    <p:extLst>
      <p:ext uri="{BB962C8B-B14F-4D97-AF65-F5344CB8AC3E}">
        <p14:creationId xmlns:p14="http://schemas.microsoft.com/office/powerpoint/2010/main" val="203705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EE3A-8DB9-BD1E-1857-47624F46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6B649-D34F-26F5-F3CB-58B9B6980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And some body</a:t>
            </a:r>
          </a:p>
        </p:txBody>
      </p:sp>
    </p:spTree>
    <p:extLst>
      <p:ext uri="{BB962C8B-B14F-4D97-AF65-F5344CB8AC3E}">
        <p14:creationId xmlns:p14="http://schemas.microsoft.com/office/powerpoint/2010/main" val="3777133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Simple Presentation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Dibyo Majumdar</dc:creator>
  <cp:lastModifiedBy>Dibyo Majumdar</cp:lastModifiedBy>
  <cp:revision>1</cp:revision>
  <dcterms:created xsi:type="dcterms:W3CDTF">2026-01-03T18:21:13Z</dcterms:created>
  <dcterms:modified xsi:type="dcterms:W3CDTF">2026-01-03T18:22:22Z</dcterms:modified>
</cp:coreProperties>
</file>